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765" r:id="rId4"/>
  </p:sldMasterIdLst>
  <p:notesMasterIdLst>
    <p:notesMasterId r:id="rId7"/>
  </p:notesMasterIdLst>
  <p:sldIdLst/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36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2ABB3"/>
    <a:srgbClr val="E6ECF0"/>
    <a:srgbClr val="000007"/>
    <a:srgbClr val="2549C9"/>
    <a:srgbClr val="009EDB"/>
    <a:srgbClr val="F4FBFF"/>
    <a:srgbClr val="737373"/>
    <a:srgbClr val="394951"/>
    <a:srgbClr val="181717"/>
    <a:srgbClr val="39485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9DCAF9ED-07DC-4A11-8D7F-57B35C25682E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16D9F66E-5EB9-4882-86FB-DCBF35E3C3E4}" styleName="Medium Style 4 - Accent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6"/>
              </a:solidFill>
            </a:ln>
          </a:top>
        </a:tcBdr>
        <a:fill>
          <a:solidFill>
            <a:schemeClr val="accent6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6">
              <a:tint val="20000"/>
            </a:schemeClr>
          </a:solidFill>
        </a:fill>
      </a:tcStyle>
    </a:firstRow>
  </a:tblStyle>
  <a:tblStyle styleId="{9DCAF9ED-07DC-4A11-8D7F-57B35C25682E}" styleName="Medium Style 1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2">
              <a:tint val="20000"/>
            </a:schemeClr>
          </a:solidFill>
        </a:fill>
      </a:tcStyle>
    </a:band1H>
    <a:band1V>
      <a:tcStyle>
        <a:tcBdr/>
        <a:fill>
          <a:solidFill>
            <a:schemeClr val="accent2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793D81CF-94F2-401A-BA57-92F5A7B2D0C5}" styleName="Medium Style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85BE263C-DBD7-4A20-BB59-AAB30ACAA65A}" styleName="Medium Style 3 - Accent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9624"/>
    <p:restoredTop sz="96301"/>
  </p:normalViewPr>
  <p:slideViewPr>
    <p:cSldViewPr snapToGrid="0" snapToObjects="1">
      <p:cViewPr varScale="1">
        <p:scale>
          <a:sx n="118" d="100"/>
          <a:sy n="118" d="100"/>
        </p:scale>
        <p:origin x="3432" y="192"/>
      </p:cViewPr>
      <p:guideLst>
        <p:guide orient="horz" pos="2136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customXml" Target="../customXml/item3.xml"/><Relationship Id="rId7" Type="http://schemas.openxmlformats.org/officeDocument/2006/relationships/notesMaster" Target="notesMasters/notesMaster1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11" Type="http://schemas.openxmlformats.org/officeDocument/2006/relationships/tableStyles" Target="tableStyles.xml"/><Relationship Id="rId10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7103FDF-5845-2441-8890-D723FF5A85D0}" type="datetimeFigureOut">
              <a:rPr lang="en-US" smtClean="0"/>
              <a:t>1/16/26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FDCFA53-E6C0-FD4E-82A8-4284543D796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100106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2.png"/><Relationship Id="rId4" Type="http://schemas.openxmlformats.org/officeDocument/2006/relationships/image" Target="../media/image1.emf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2.png"/><Relationship Id="rId4" Type="http://schemas.openxmlformats.org/officeDocument/2006/relationships/image" Target="../media/image1.emf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2.png"/><Relationship Id="rId4" Type="http://schemas.openxmlformats.org/officeDocument/2006/relationships/image" Target="../media/image1.emf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8.svg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9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8.svg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0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8.svg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1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8.svg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2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8.svg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Master" Target="../slideMasters/slideMaster1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5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5.png"/><Relationship Id="rId1" Type="http://schemas.openxmlformats.org/officeDocument/2006/relationships/slideMaster" Target="../slideMasters/slideMaster1.xml"/></Relationships>
</file>

<file path=ppt/slideLayouts/_rels/slideLayout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Master" Target="../slideMasters/slideMaster1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eg"/><Relationship Id="rId1" Type="http://schemas.openxmlformats.org/officeDocument/2006/relationships/slideMaster" Target="../slideMasters/slideMaster1.xml"/></Relationships>
</file>

<file path=ppt/slideLayouts/_rels/slideLayout53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actian.com/" TargetMode="External"/><Relationship Id="rId2" Type="http://schemas.openxmlformats.org/officeDocument/2006/relationships/image" Target="../media/image18.jp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20.emf"/><Relationship Id="rId4" Type="http://schemas.openxmlformats.org/officeDocument/2006/relationships/image" Target="../media/image19.emf"/></Relationships>
</file>

<file path=ppt/slideLayouts/_rels/slideLayout54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actian.com/" TargetMode="External"/><Relationship Id="rId2" Type="http://schemas.openxmlformats.org/officeDocument/2006/relationships/image" Target="../media/image21.jpe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20.emf"/><Relationship Id="rId4" Type="http://schemas.openxmlformats.org/officeDocument/2006/relationships/image" Target="../media/image19.emf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Speak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Title 1">
            <a:extLst>
              <a:ext uri="{FF2B5EF4-FFF2-40B4-BE49-F238E27FC236}">
                <a16:creationId xmlns:a16="http://schemas.microsoft.com/office/drawing/2014/main" id="{F56F2BC6-4D60-8C41-BD51-5B9218204CC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463040" y="2190487"/>
            <a:ext cx="5155933" cy="715294"/>
          </a:xfrm>
        </p:spPr>
        <p:txBody>
          <a:bodyPr/>
          <a:lstStyle/>
          <a:p>
            <a:r>
              <a:rPr lang="en-US"/>
              <a:t>Presenter Name</a:t>
            </a:r>
          </a:p>
        </p:txBody>
      </p:sp>
      <p:sp>
        <p:nvSpPr>
          <p:cNvPr id="78" name="Text Placeholder 12">
            <a:extLst>
              <a:ext uri="{FF2B5EF4-FFF2-40B4-BE49-F238E27FC236}">
                <a16:creationId xmlns:a16="http://schemas.microsoft.com/office/drawing/2014/main" id="{3C99B398-6E63-2E4C-BC03-2FC8FD2F2A5C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463040" y="2871216"/>
            <a:ext cx="5156592" cy="479619"/>
          </a:xfrm>
        </p:spPr>
        <p:txBody>
          <a:bodyPr/>
          <a:lstStyle>
            <a:lvl1pPr marL="0" indent="0">
              <a:buNone/>
              <a:defRPr sz="2100">
                <a:solidFill>
                  <a:schemeClr val="tx2"/>
                </a:solidFill>
              </a:defRPr>
            </a:lvl1pPr>
          </a:lstStyle>
          <a:p>
            <a:r>
              <a:rPr lang="en-US"/>
              <a:t>Presenter Organization</a:t>
            </a:r>
            <a:endParaRPr lang="en-US" sz="2100">
              <a:solidFill>
                <a:schemeClr val="tx2"/>
              </a:solidFill>
            </a:endParaRPr>
          </a:p>
        </p:txBody>
      </p:sp>
      <p:sp>
        <p:nvSpPr>
          <p:cNvPr id="79" name="Picture Placeholder 5">
            <a:extLst>
              <a:ext uri="{FF2B5EF4-FFF2-40B4-BE49-F238E27FC236}">
                <a16:creationId xmlns:a16="http://schemas.microsoft.com/office/drawing/2014/main" id="{31706CD8-0264-1243-AE24-0CBDFC19F5D4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7022253" y="1608824"/>
            <a:ext cx="3370051" cy="3400542"/>
          </a:xfrm>
          <a:prstGeom prst="roundRect">
            <a:avLst>
              <a:gd name="adj" fmla="val 6916"/>
            </a:avLst>
          </a:prstGeom>
          <a:solidFill>
            <a:schemeClr val="bg1">
              <a:lumMod val="95000"/>
              <a:alpha val="50000"/>
            </a:schemeClr>
          </a:solidFill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80" name="Text Placeholder 12">
            <a:extLst>
              <a:ext uri="{FF2B5EF4-FFF2-40B4-BE49-F238E27FC236}">
                <a16:creationId xmlns:a16="http://schemas.microsoft.com/office/drawing/2014/main" id="{D5BA7EEA-28B1-0147-B03B-64EB4A857D11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463040" y="3289320"/>
            <a:ext cx="5156592" cy="354531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/>
                </a:solidFill>
              </a:defRPr>
            </a:lvl1pPr>
          </a:lstStyle>
          <a:p>
            <a:r>
              <a:rPr lang="en-US"/>
              <a:t>Presenter Title</a:t>
            </a:r>
            <a:endParaRPr lang="en-US" sz="2100">
              <a:solidFill>
                <a:schemeClr val="tx2"/>
              </a:solidFill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891F99ED-6B52-558A-66D7-1CF52929EF0F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 flipH="1">
            <a:off x="6687975" y="3436563"/>
            <a:ext cx="1905000" cy="1905000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B6D539CD-099F-C998-4B9B-403E1D662163}"/>
              </a:ext>
            </a:extLst>
          </p:cNvPr>
          <p:cNvSpPr/>
          <p:nvPr userDrawn="1"/>
        </p:nvSpPr>
        <p:spPr>
          <a:xfrm>
            <a:off x="11872913" y="5341563"/>
            <a:ext cx="319087" cy="151643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8A6723D3-5CF5-C501-0AFF-5E4DF54C3D2A}"/>
              </a:ext>
            </a:extLst>
          </p:cNvPr>
          <p:cNvSpPr/>
          <p:nvPr userDrawn="1"/>
        </p:nvSpPr>
        <p:spPr>
          <a:xfrm rot="5400000">
            <a:off x="11326625" y="5992625"/>
            <a:ext cx="214312" cy="151643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3DB24599-17FE-2760-29E7-8C1C34C6C90B}"/>
              </a:ext>
            </a:extLst>
          </p:cNvPr>
          <p:cNvSpPr/>
          <p:nvPr userDrawn="1"/>
        </p:nvSpPr>
        <p:spPr>
          <a:xfrm>
            <a:off x="0" y="6000750"/>
            <a:ext cx="2948683" cy="85725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51375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2_Speaker">
    <p:bg>
      <p:bgPr>
        <a:blipFill dpi="0" rotWithShape="1">
          <a:blip r:embed="rId2" cstate="screen"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Picture 13">
            <a:extLst>
              <a:ext uri="{FF2B5EF4-FFF2-40B4-BE49-F238E27FC236}">
                <a16:creationId xmlns:a16="http://schemas.microsoft.com/office/drawing/2014/main" id="{968F450A-E560-9143-B4B9-C30172C3E9D3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77" name="Title 1">
            <a:extLst>
              <a:ext uri="{FF2B5EF4-FFF2-40B4-BE49-F238E27FC236}">
                <a16:creationId xmlns:a16="http://schemas.microsoft.com/office/drawing/2014/main" id="{F56F2BC6-4D60-8C41-BD51-5B9218204CC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463040" y="2190487"/>
            <a:ext cx="5155933" cy="715294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Presenter Name</a:t>
            </a:r>
          </a:p>
        </p:txBody>
      </p:sp>
      <p:sp>
        <p:nvSpPr>
          <p:cNvPr id="78" name="Text Placeholder 12">
            <a:extLst>
              <a:ext uri="{FF2B5EF4-FFF2-40B4-BE49-F238E27FC236}">
                <a16:creationId xmlns:a16="http://schemas.microsoft.com/office/drawing/2014/main" id="{3C99B398-6E63-2E4C-BC03-2FC8FD2F2A5C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463040" y="2871216"/>
            <a:ext cx="5156592" cy="479619"/>
          </a:xfrm>
        </p:spPr>
        <p:txBody>
          <a:bodyPr/>
          <a:lstStyle>
            <a:lvl1pPr marL="0" indent="0">
              <a:buNone/>
              <a:defRPr sz="2100">
                <a:solidFill>
                  <a:schemeClr val="tx1"/>
                </a:solidFill>
              </a:defRPr>
            </a:lvl1pPr>
          </a:lstStyle>
          <a:p>
            <a:r>
              <a:rPr lang="en-US"/>
              <a:t>Presenter Organization</a:t>
            </a:r>
            <a:endParaRPr lang="en-US" sz="2100">
              <a:solidFill>
                <a:schemeClr val="tx2"/>
              </a:solidFill>
            </a:endParaRPr>
          </a:p>
        </p:txBody>
      </p:sp>
      <p:sp>
        <p:nvSpPr>
          <p:cNvPr id="79" name="Picture Placeholder 5">
            <a:extLst>
              <a:ext uri="{FF2B5EF4-FFF2-40B4-BE49-F238E27FC236}">
                <a16:creationId xmlns:a16="http://schemas.microsoft.com/office/drawing/2014/main" id="{31706CD8-0264-1243-AE24-0CBDFC19F5D4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7022253" y="1608824"/>
            <a:ext cx="3370051" cy="3400542"/>
          </a:xfrm>
          <a:prstGeom prst="roundRect">
            <a:avLst>
              <a:gd name="adj" fmla="val 6916"/>
            </a:avLst>
          </a:prstGeom>
          <a:solidFill>
            <a:schemeClr val="bg1">
              <a:lumMod val="95000"/>
              <a:alpha val="50000"/>
            </a:schemeClr>
          </a:solidFill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80" name="Text Placeholder 12">
            <a:extLst>
              <a:ext uri="{FF2B5EF4-FFF2-40B4-BE49-F238E27FC236}">
                <a16:creationId xmlns:a16="http://schemas.microsoft.com/office/drawing/2014/main" id="{D5BA7EEA-28B1-0147-B03B-64EB4A857D11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463040" y="3289320"/>
            <a:ext cx="5156592" cy="354531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/>
                </a:solidFill>
              </a:defRPr>
            </a:lvl1pPr>
          </a:lstStyle>
          <a:p>
            <a:r>
              <a:rPr lang="en-US"/>
              <a:t>Presenter Title</a:t>
            </a:r>
            <a:endParaRPr lang="en-US" sz="2100">
              <a:solidFill>
                <a:schemeClr val="tx2"/>
              </a:solidFill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891F99ED-6B52-558A-66D7-1CF52929EF0F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lum bright="100000"/>
          </a:blip>
          <a:stretch>
            <a:fillRect/>
          </a:stretch>
        </p:blipFill>
        <p:spPr>
          <a:xfrm flipH="1">
            <a:off x="6687975" y="3436563"/>
            <a:ext cx="1905000" cy="190500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43A809FD-47EB-544D-A6B6-7F3338EDDC3E}"/>
              </a:ext>
            </a:extLst>
          </p:cNvPr>
          <p:cNvPicPr>
            <a:picLocks noChangeAspect="1"/>
          </p:cNvPicPr>
          <p:nvPr userDrawn="1"/>
        </p:nvPicPr>
        <p:blipFill>
          <a:blip r:embed="rId5"/>
          <a:srcRect/>
          <a:stretch/>
        </p:blipFill>
        <p:spPr>
          <a:xfrm>
            <a:off x="8989726" y="6253574"/>
            <a:ext cx="2498957" cy="3801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5088811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wo Speaker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5">
            <a:extLst>
              <a:ext uri="{FF2B5EF4-FFF2-40B4-BE49-F238E27FC236}">
                <a16:creationId xmlns:a16="http://schemas.microsoft.com/office/drawing/2014/main" id="{71754D4F-DE88-0A19-CB8D-9EBEA7D4E196}"/>
              </a:ext>
            </a:extLst>
          </p:cNvPr>
          <p:cNvSpPr>
            <a:spLocks noGrp="1"/>
          </p:cNvSpPr>
          <p:nvPr>
            <p:ph type="pic" sz="quarter" idx="23"/>
          </p:nvPr>
        </p:nvSpPr>
        <p:spPr>
          <a:xfrm>
            <a:off x="895940" y="1049564"/>
            <a:ext cx="3161272" cy="3189874"/>
          </a:xfrm>
          <a:prstGeom prst="roundRect">
            <a:avLst>
              <a:gd name="adj" fmla="val 6916"/>
            </a:avLst>
          </a:prstGeom>
          <a:solidFill>
            <a:schemeClr val="bg1">
              <a:lumMod val="95000"/>
              <a:alpha val="50000"/>
            </a:schemeClr>
          </a:solidFill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9" name="Text Placeholder 12">
            <a:extLst>
              <a:ext uri="{FF2B5EF4-FFF2-40B4-BE49-F238E27FC236}">
                <a16:creationId xmlns:a16="http://schemas.microsoft.com/office/drawing/2014/main" id="{7DF3A5AD-A0ED-EB44-AF88-04C6B2E1ED3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97582" y="5129230"/>
            <a:ext cx="3515175" cy="383537"/>
          </a:xfrm>
        </p:spPr>
        <p:txBody>
          <a:bodyPr/>
          <a:lstStyle>
            <a:lvl1pPr marL="0" indent="0">
              <a:buNone/>
              <a:defRPr sz="1600"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Presenter Organization</a:t>
            </a:r>
            <a:endParaRPr lang="en-US" sz="2100" dirty="0">
              <a:solidFill>
                <a:schemeClr val="tx2"/>
              </a:solidFill>
            </a:endParaRP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3D36161C-C185-3045-AD33-7211E53F4B44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96840" y="5439617"/>
            <a:ext cx="3515175" cy="354531"/>
          </a:xfrm>
        </p:spPr>
        <p:txBody>
          <a:bodyPr/>
          <a:lstStyle>
            <a:lvl1pPr marL="0" indent="0">
              <a:buNone/>
              <a:defRPr sz="1400">
                <a:solidFill>
                  <a:schemeClr val="tx1"/>
                </a:solidFill>
              </a:defRPr>
            </a:lvl1pPr>
          </a:lstStyle>
          <a:p>
            <a:r>
              <a:rPr lang="en-US"/>
              <a:t>Presenter Title</a:t>
            </a:r>
            <a:endParaRPr lang="en-US" sz="2100">
              <a:solidFill>
                <a:schemeClr val="tx2"/>
              </a:solidFill>
            </a:endParaRPr>
          </a:p>
        </p:txBody>
      </p:sp>
      <p:sp>
        <p:nvSpPr>
          <p:cNvPr id="17" name="Text Placeholder 12">
            <a:extLst>
              <a:ext uri="{FF2B5EF4-FFF2-40B4-BE49-F238E27FC236}">
                <a16:creationId xmlns:a16="http://schemas.microsoft.com/office/drawing/2014/main" id="{D781D3B2-1085-CC4C-8018-DB9EC85FA839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821242" y="5129230"/>
            <a:ext cx="3515175" cy="383537"/>
          </a:xfrm>
        </p:spPr>
        <p:txBody>
          <a:bodyPr/>
          <a:lstStyle>
            <a:lvl1pPr marL="0" indent="0">
              <a:buNone/>
              <a:defRPr sz="1600">
                <a:solidFill>
                  <a:schemeClr val="tx2"/>
                </a:solidFill>
              </a:defRPr>
            </a:lvl1pPr>
          </a:lstStyle>
          <a:p>
            <a:r>
              <a:rPr lang="en-US"/>
              <a:t>Presenter Organization</a:t>
            </a:r>
            <a:endParaRPr lang="en-US" sz="2100">
              <a:solidFill>
                <a:schemeClr val="tx2"/>
              </a:solidFill>
            </a:endParaRPr>
          </a:p>
        </p:txBody>
      </p:sp>
      <p:sp>
        <p:nvSpPr>
          <p:cNvPr id="18" name="Text Placeholder 12">
            <a:extLst>
              <a:ext uri="{FF2B5EF4-FFF2-40B4-BE49-F238E27FC236}">
                <a16:creationId xmlns:a16="http://schemas.microsoft.com/office/drawing/2014/main" id="{95C57904-0D71-6A48-A2E3-A9C429DFD77C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820500" y="5439617"/>
            <a:ext cx="3515175" cy="354531"/>
          </a:xfrm>
        </p:spPr>
        <p:txBody>
          <a:bodyPr/>
          <a:lstStyle>
            <a:lvl1pPr marL="0" indent="0">
              <a:buNone/>
              <a:defRPr sz="1400">
                <a:solidFill>
                  <a:schemeClr val="tx1"/>
                </a:solidFill>
              </a:defRPr>
            </a:lvl1pPr>
          </a:lstStyle>
          <a:p>
            <a:r>
              <a:rPr lang="en-US"/>
              <a:t>Presenter Title</a:t>
            </a:r>
            <a:endParaRPr lang="en-US" sz="2100">
              <a:solidFill>
                <a:schemeClr val="tx2"/>
              </a:solidFill>
            </a:endParaRPr>
          </a:p>
        </p:txBody>
      </p:sp>
      <p:sp>
        <p:nvSpPr>
          <p:cNvPr id="21" name="Text Placeholder 12">
            <a:extLst>
              <a:ext uri="{FF2B5EF4-FFF2-40B4-BE49-F238E27FC236}">
                <a16:creationId xmlns:a16="http://schemas.microsoft.com/office/drawing/2014/main" id="{D551929F-A28C-7445-BF24-C092C05B5393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596840" y="4754880"/>
            <a:ext cx="3515175" cy="459694"/>
          </a:xfrm>
        </p:spPr>
        <p:txBody>
          <a:bodyPr/>
          <a:lstStyle>
            <a:lvl1pPr marL="0" indent="0">
              <a:buNone/>
              <a:defRPr sz="2000" b="1">
                <a:solidFill>
                  <a:schemeClr val="accent1"/>
                </a:solidFill>
              </a:defRPr>
            </a:lvl1pPr>
          </a:lstStyle>
          <a:p>
            <a:r>
              <a:rPr lang="en-US"/>
              <a:t>Presenter Name</a:t>
            </a:r>
            <a:endParaRPr lang="en-US" sz="2100">
              <a:solidFill>
                <a:schemeClr val="tx2"/>
              </a:solidFill>
            </a:endParaRPr>
          </a:p>
        </p:txBody>
      </p:sp>
      <p:sp>
        <p:nvSpPr>
          <p:cNvPr id="22" name="Text Placeholder 12">
            <a:extLst>
              <a:ext uri="{FF2B5EF4-FFF2-40B4-BE49-F238E27FC236}">
                <a16:creationId xmlns:a16="http://schemas.microsoft.com/office/drawing/2014/main" id="{A77FA5E6-F783-9C4F-95EC-7FDFF669F407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4820500" y="4754880"/>
            <a:ext cx="3515175" cy="459694"/>
          </a:xfrm>
        </p:spPr>
        <p:txBody>
          <a:bodyPr/>
          <a:lstStyle>
            <a:lvl1pPr marL="0" indent="0">
              <a:buNone/>
              <a:defRPr sz="2000" b="1">
                <a:solidFill>
                  <a:schemeClr val="accent1"/>
                </a:solidFill>
              </a:defRPr>
            </a:lvl1pPr>
          </a:lstStyle>
          <a:p>
            <a:r>
              <a:rPr lang="en-US"/>
              <a:t>Presenter Name</a:t>
            </a:r>
            <a:endParaRPr lang="en-US" sz="2100">
              <a:solidFill>
                <a:schemeClr val="tx2"/>
              </a:solidFill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C5DEBE1B-9B64-200B-483C-7EAFC9B57F6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 flipH="1">
            <a:off x="591912" y="2813768"/>
            <a:ext cx="1731818" cy="1731818"/>
          </a:xfrm>
          <a:prstGeom prst="rect">
            <a:avLst/>
          </a:prstGeom>
        </p:spPr>
      </p:pic>
      <p:sp>
        <p:nvSpPr>
          <p:cNvPr id="7" name="Picture Placeholder 5">
            <a:extLst>
              <a:ext uri="{FF2B5EF4-FFF2-40B4-BE49-F238E27FC236}">
                <a16:creationId xmlns:a16="http://schemas.microsoft.com/office/drawing/2014/main" id="{D117B3B6-6A28-887C-8E8F-105D92513FDD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5125040" y="1049564"/>
            <a:ext cx="3161272" cy="3189874"/>
          </a:xfrm>
          <a:prstGeom prst="roundRect">
            <a:avLst>
              <a:gd name="adj" fmla="val 6916"/>
            </a:avLst>
          </a:prstGeom>
          <a:solidFill>
            <a:schemeClr val="bg1">
              <a:lumMod val="95000"/>
              <a:alpha val="50000"/>
            </a:schemeClr>
          </a:solidFill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US"/>
              <a:t>Click icon to add picture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CF8BECC1-A958-20E8-9E62-DE61E96EA143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 flipH="1">
            <a:off x="4821012" y="2813768"/>
            <a:ext cx="1731818" cy="1731818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A6ABCE75-0166-9535-AB1C-5558BB3E7A6F}"/>
              </a:ext>
            </a:extLst>
          </p:cNvPr>
          <p:cNvSpPr/>
          <p:nvPr userDrawn="1"/>
        </p:nvSpPr>
        <p:spPr>
          <a:xfrm>
            <a:off x="11872913" y="5341563"/>
            <a:ext cx="319087" cy="151643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F6629B10-764B-B38F-4F2D-56EF8DEB2342}"/>
              </a:ext>
            </a:extLst>
          </p:cNvPr>
          <p:cNvSpPr/>
          <p:nvPr userDrawn="1"/>
        </p:nvSpPr>
        <p:spPr>
          <a:xfrm rot="5400000">
            <a:off x="11326625" y="5992625"/>
            <a:ext cx="214312" cy="151643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137034F7-2032-6E42-3C7F-EC40ABCA52D8}"/>
              </a:ext>
            </a:extLst>
          </p:cNvPr>
          <p:cNvSpPr/>
          <p:nvPr userDrawn="1"/>
        </p:nvSpPr>
        <p:spPr>
          <a:xfrm>
            <a:off x="0" y="6000750"/>
            <a:ext cx="3030876" cy="85725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801319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2_Two Speakers">
    <p:bg>
      <p:bgPr>
        <a:blipFill dpi="0" rotWithShape="1">
          <a:blip r:embed="rId2" cstate="screen"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Picture 24">
            <a:extLst>
              <a:ext uri="{FF2B5EF4-FFF2-40B4-BE49-F238E27FC236}">
                <a16:creationId xmlns:a16="http://schemas.microsoft.com/office/drawing/2014/main" id="{0F9A9EA2-C9C4-C14E-AB67-5C4ED9D380C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Picture Placeholder 5">
            <a:extLst>
              <a:ext uri="{FF2B5EF4-FFF2-40B4-BE49-F238E27FC236}">
                <a16:creationId xmlns:a16="http://schemas.microsoft.com/office/drawing/2014/main" id="{71754D4F-DE88-0A19-CB8D-9EBEA7D4E196}"/>
              </a:ext>
            </a:extLst>
          </p:cNvPr>
          <p:cNvSpPr>
            <a:spLocks noGrp="1"/>
          </p:cNvSpPr>
          <p:nvPr>
            <p:ph type="pic" sz="quarter" idx="23"/>
          </p:nvPr>
        </p:nvSpPr>
        <p:spPr>
          <a:xfrm>
            <a:off x="895940" y="1049564"/>
            <a:ext cx="3161272" cy="3189874"/>
          </a:xfrm>
          <a:prstGeom prst="roundRect">
            <a:avLst>
              <a:gd name="adj" fmla="val 6916"/>
            </a:avLst>
          </a:prstGeom>
          <a:solidFill>
            <a:schemeClr val="bg1">
              <a:lumMod val="95000"/>
              <a:alpha val="50000"/>
            </a:schemeClr>
          </a:solidFill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9" name="Text Placeholder 12">
            <a:extLst>
              <a:ext uri="{FF2B5EF4-FFF2-40B4-BE49-F238E27FC236}">
                <a16:creationId xmlns:a16="http://schemas.microsoft.com/office/drawing/2014/main" id="{7DF3A5AD-A0ED-EB44-AF88-04C6B2E1ED3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97582" y="5129230"/>
            <a:ext cx="3515175" cy="383537"/>
          </a:xfrm>
        </p:spPr>
        <p:txBody>
          <a:bodyPr/>
          <a:lstStyle>
            <a:lvl1pPr marL="0" indent="0">
              <a:buNone/>
              <a:defRPr sz="16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Presenter Organization</a:t>
            </a:r>
            <a:endParaRPr lang="en-US" sz="2100" dirty="0">
              <a:solidFill>
                <a:schemeClr val="tx2"/>
              </a:solidFill>
            </a:endParaRP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3D36161C-C185-3045-AD33-7211E53F4B44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96840" y="5439617"/>
            <a:ext cx="3515175" cy="354531"/>
          </a:xfrm>
        </p:spPr>
        <p:txBody>
          <a:bodyPr/>
          <a:lstStyle>
            <a:lvl1pPr marL="0" indent="0">
              <a:buNone/>
              <a:defRPr sz="1400">
                <a:solidFill>
                  <a:schemeClr val="tx1"/>
                </a:solidFill>
              </a:defRPr>
            </a:lvl1pPr>
          </a:lstStyle>
          <a:p>
            <a:r>
              <a:rPr lang="en-US"/>
              <a:t>Presenter Title</a:t>
            </a:r>
            <a:endParaRPr lang="en-US" sz="2100">
              <a:solidFill>
                <a:schemeClr val="tx2"/>
              </a:solidFill>
            </a:endParaRPr>
          </a:p>
        </p:txBody>
      </p:sp>
      <p:sp>
        <p:nvSpPr>
          <p:cNvPr id="17" name="Text Placeholder 12">
            <a:extLst>
              <a:ext uri="{FF2B5EF4-FFF2-40B4-BE49-F238E27FC236}">
                <a16:creationId xmlns:a16="http://schemas.microsoft.com/office/drawing/2014/main" id="{D781D3B2-1085-CC4C-8018-DB9EC85FA839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821242" y="5129230"/>
            <a:ext cx="3515175" cy="383537"/>
          </a:xfrm>
        </p:spPr>
        <p:txBody>
          <a:bodyPr/>
          <a:lstStyle>
            <a:lvl1pPr marL="0" indent="0">
              <a:buNone/>
              <a:defRPr sz="1600">
                <a:solidFill>
                  <a:schemeClr val="tx1"/>
                </a:solidFill>
              </a:defRPr>
            </a:lvl1pPr>
          </a:lstStyle>
          <a:p>
            <a:r>
              <a:rPr lang="en-US"/>
              <a:t>Presenter Organization</a:t>
            </a:r>
            <a:endParaRPr lang="en-US" sz="2100">
              <a:solidFill>
                <a:schemeClr val="tx2"/>
              </a:solidFill>
            </a:endParaRPr>
          </a:p>
        </p:txBody>
      </p:sp>
      <p:sp>
        <p:nvSpPr>
          <p:cNvPr id="18" name="Text Placeholder 12">
            <a:extLst>
              <a:ext uri="{FF2B5EF4-FFF2-40B4-BE49-F238E27FC236}">
                <a16:creationId xmlns:a16="http://schemas.microsoft.com/office/drawing/2014/main" id="{95C57904-0D71-6A48-A2E3-A9C429DFD77C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820500" y="5439617"/>
            <a:ext cx="3515175" cy="354531"/>
          </a:xfrm>
        </p:spPr>
        <p:txBody>
          <a:bodyPr/>
          <a:lstStyle>
            <a:lvl1pPr marL="0" indent="0">
              <a:buNone/>
              <a:defRPr sz="1400">
                <a:solidFill>
                  <a:schemeClr val="tx1"/>
                </a:solidFill>
              </a:defRPr>
            </a:lvl1pPr>
          </a:lstStyle>
          <a:p>
            <a:r>
              <a:rPr lang="en-US"/>
              <a:t>Presenter Title</a:t>
            </a:r>
            <a:endParaRPr lang="en-US" sz="2100">
              <a:solidFill>
                <a:schemeClr val="tx2"/>
              </a:solidFill>
            </a:endParaRPr>
          </a:p>
        </p:txBody>
      </p:sp>
      <p:sp>
        <p:nvSpPr>
          <p:cNvPr id="21" name="Text Placeholder 12">
            <a:extLst>
              <a:ext uri="{FF2B5EF4-FFF2-40B4-BE49-F238E27FC236}">
                <a16:creationId xmlns:a16="http://schemas.microsoft.com/office/drawing/2014/main" id="{D551929F-A28C-7445-BF24-C092C05B5393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596840" y="4754880"/>
            <a:ext cx="3515175" cy="459694"/>
          </a:xfrm>
        </p:spPr>
        <p:txBody>
          <a:bodyPr/>
          <a:lstStyle>
            <a:lvl1pPr marL="0" indent="0">
              <a:buNone/>
              <a:defRPr sz="2000" b="1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Presenter Name</a:t>
            </a:r>
            <a:endParaRPr lang="en-US" sz="2100" dirty="0">
              <a:solidFill>
                <a:schemeClr val="tx2"/>
              </a:solidFill>
            </a:endParaRPr>
          </a:p>
        </p:txBody>
      </p:sp>
      <p:sp>
        <p:nvSpPr>
          <p:cNvPr id="22" name="Text Placeholder 12">
            <a:extLst>
              <a:ext uri="{FF2B5EF4-FFF2-40B4-BE49-F238E27FC236}">
                <a16:creationId xmlns:a16="http://schemas.microsoft.com/office/drawing/2014/main" id="{A77FA5E6-F783-9C4F-95EC-7FDFF669F407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4820500" y="4754880"/>
            <a:ext cx="3515175" cy="459694"/>
          </a:xfrm>
        </p:spPr>
        <p:txBody>
          <a:bodyPr/>
          <a:lstStyle>
            <a:lvl1pPr marL="0" indent="0">
              <a:buNone/>
              <a:defRPr sz="2000" b="1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Presenter Name</a:t>
            </a:r>
            <a:endParaRPr lang="en-US" sz="2100" dirty="0">
              <a:solidFill>
                <a:schemeClr val="tx2"/>
              </a:solidFill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C5DEBE1B-9B64-200B-483C-7EAFC9B57F60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lum bright="100000"/>
          </a:blip>
          <a:stretch>
            <a:fillRect/>
          </a:stretch>
        </p:blipFill>
        <p:spPr>
          <a:xfrm flipH="1">
            <a:off x="591912" y="2813768"/>
            <a:ext cx="1731818" cy="1731818"/>
          </a:xfrm>
          <a:prstGeom prst="rect">
            <a:avLst/>
          </a:prstGeom>
        </p:spPr>
      </p:pic>
      <p:sp>
        <p:nvSpPr>
          <p:cNvPr id="7" name="Picture Placeholder 5">
            <a:extLst>
              <a:ext uri="{FF2B5EF4-FFF2-40B4-BE49-F238E27FC236}">
                <a16:creationId xmlns:a16="http://schemas.microsoft.com/office/drawing/2014/main" id="{D117B3B6-6A28-887C-8E8F-105D92513FDD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5125040" y="1049564"/>
            <a:ext cx="3161272" cy="3189874"/>
          </a:xfrm>
          <a:prstGeom prst="roundRect">
            <a:avLst>
              <a:gd name="adj" fmla="val 6916"/>
            </a:avLst>
          </a:prstGeom>
          <a:solidFill>
            <a:schemeClr val="bg1">
              <a:lumMod val="95000"/>
              <a:alpha val="50000"/>
            </a:schemeClr>
          </a:solidFill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US"/>
              <a:t>Click icon to add picture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CF8BECC1-A958-20E8-9E62-DE61E96EA143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lum bright="100000"/>
          </a:blip>
          <a:stretch>
            <a:fillRect/>
          </a:stretch>
        </p:blipFill>
        <p:spPr>
          <a:xfrm flipH="1">
            <a:off x="4821012" y="2813768"/>
            <a:ext cx="1731818" cy="1731818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3CFD6EE0-C741-924C-8072-FFBF50FC5267}"/>
              </a:ext>
            </a:extLst>
          </p:cNvPr>
          <p:cNvPicPr>
            <a:picLocks noChangeAspect="1"/>
          </p:cNvPicPr>
          <p:nvPr userDrawn="1"/>
        </p:nvPicPr>
        <p:blipFill>
          <a:blip r:embed="rId5"/>
          <a:srcRect/>
          <a:stretch/>
        </p:blipFill>
        <p:spPr>
          <a:xfrm>
            <a:off x="8989726" y="6253574"/>
            <a:ext cx="2498957" cy="3801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7118175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Multiple Speaker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Text Placeholder 12">
            <a:extLst>
              <a:ext uri="{FF2B5EF4-FFF2-40B4-BE49-F238E27FC236}">
                <a16:creationId xmlns:a16="http://schemas.microsoft.com/office/drawing/2014/main" id="{9782B08A-11A3-1D4B-8716-16269DF921CA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40065" y="5129230"/>
            <a:ext cx="3515175" cy="383537"/>
          </a:xfrm>
        </p:spPr>
        <p:txBody>
          <a:bodyPr/>
          <a:lstStyle>
            <a:lvl1pPr marL="0" indent="0">
              <a:buNone/>
              <a:defRPr sz="1600">
                <a:solidFill>
                  <a:schemeClr val="tx2"/>
                </a:solidFill>
              </a:defRPr>
            </a:lvl1pPr>
          </a:lstStyle>
          <a:p>
            <a:r>
              <a:rPr lang="en-US"/>
              <a:t>Presenter Organization</a:t>
            </a:r>
            <a:endParaRPr lang="en-US" sz="2100">
              <a:solidFill>
                <a:schemeClr val="tx2"/>
              </a:solidFill>
            </a:endParaRPr>
          </a:p>
        </p:txBody>
      </p:sp>
      <p:sp>
        <p:nvSpPr>
          <p:cNvPr id="79" name="Text Placeholder 12">
            <a:extLst>
              <a:ext uri="{FF2B5EF4-FFF2-40B4-BE49-F238E27FC236}">
                <a16:creationId xmlns:a16="http://schemas.microsoft.com/office/drawing/2014/main" id="{F9F4D9A3-A093-2040-9272-ED0EA8035667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40065" y="5439617"/>
            <a:ext cx="3515175" cy="354531"/>
          </a:xfrm>
        </p:spPr>
        <p:txBody>
          <a:bodyPr/>
          <a:lstStyle>
            <a:lvl1pPr marL="0" indent="0">
              <a:buNone/>
              <a:defRPr sz="1400">
                <a:solidFill>
                  <a:schemeClr val="tx1"/>
                </a:solidFill>
              </a:defRPr>
            </a:lvl1pPr>
          </a:lstStyle>
          <a:p>
            <a:r>
              <a:rPr lang="en-US"/>
              <a:t>Presenter Title</a:t>
            </a:r>
            <a:endParaRPr lang="en-US" sz="2100">
              <a:solidFill>
                <a:schemeClr val="tx2"/>
              </a:solidFill>
            </a:endParaRPr>
          </a:p>
        </p:txBody>
      </p:sp>
      <p:sp>
        <p:nvSpPr>
          <p:cNvPr id="82" name="Text Placeholder 12">
            <a:extLst>
              <a:ext uri="{FF2B5EF4-FFF2-40B4-BE49-F238E27FC236}">
                <a16:creationId xmlns:a16="http://schemas.microsoft.com/office/drawing/2014/main" id="{9C9B1228-2EEE-C44A-A0DE-52BCC4B3AE6C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347597" y="5129230"/>
            <a:ext cx="3515175" cy="383537"/>
          </a:xfrm>
        </p:spPr>
        <p:txBody>
          <a:bodyPr/>
          <a:lstStyle>
            <a:lvl1pPr marL="0" indent="0">
              <a:buNone/>
              <a:defRPr sz="1600">
                <a:solidFill>
                  <a:schemeClr val="tx2"/>
                </a:solidFill>
              </a:defRPr>
            </a:lvl1pPr>
          </a:lstStyle>
          <a:p>
            <a:r>
              <a:rPr lang="en-US"/>
              <a:t>Presenter Organization</a:t>
            </a:r>
            <a:endParaRPr lang="en-US" sz="2100">
              <a:solidFill>
                <a:schemeClr val="tx2"/>
              </a:solidFill>
            </a:endParaRPr>
          </a:p>
        </p:txBody>
      </p:sp>
      <p:sp>
        <p:nvSpPr>
          <p:cNvPr id="83" name="Text Placeholder 12">
            <a:extLst>
              <a:ext uri="{FF2B5EF4-FFF2-40B4-BE49-F238E27FC236}">
                <a16:creationId xmlns:a16="http://schemas.microsoft.com/office/drawing/2014/main" id="{D3B6F73E-E233-E141-9D20-CEF457EDDAE2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347597" y="5439617"/>
            <a:ext cx="3515175" cy="354531"/>
          </a:xfrm>
        </p:spPr>
        <p:txBody>
          <a:bodyPr/>
          <a:lstStyle>
            <a:lvl1pPr marL="0" indent="0">
              <a:buNone/>
              <a:defRPr sz="1400">
                <a:solidFill>
                  <a:schemeClr val="tx1"/>
                </a:solidFill>
              </a:defRPr>
            </a:lvl1pPr>
          </a:lstStyle>
          <a:p>
            <a:r>
              <a:rPr lang="en-US"/>
              <a:t>Presenter Title</a:t>
            </a:r>
            <a:endParaRPr lang="en-US" sz="2100">
              <a:solidFill>
                <a:schemeClr val="tx2"/>
              </a:solidFill>
            </a:endParaRPr>
          </a:p>
        </p:txBody>
      </p:sp>
      <p:sp>
        <p:nvSpPr>
          <p:cNvPr id="84" name="Text Placeholder 12">
            <a:extLst>
              <a:ext uri="{FF2B5EF4-FFF2-40B4-BE49-F238E27FC236}">
                <a16:creationId xmlns:a16="http://schemas.microsoft.com/office/drawing/2014/main" id="{AA15A8A1-F389-EF40-A765-64FCF8E79E5E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8185976" y="5129230"/>
            <a:ext cx="3515175" cy="383537"/>
          </a:xfrm>
        </p:spPr>
        <p:txBody>
          <a:bodyPr/>
          <a:lstStyle>
            <a:lvl1pPr marL="0" indent="0">
              <a:buNone/>
              <a:defRPr sz="1600">
                <a:solidFill>
                  <a:schemeClr val="tx2"/>
                </a:solidFill>
              </a:defRPr>
            </a:lvl1pPr>
          </a:lstStyle>
          <a:p>
            <a:r>
              <a:rPr lang="en-US"/>
              <a:t>Presenter Organization</a:t>
            </a:r>
            <a:endParaRPr lang="en-US" sz="2100">
              <a:solidFill>
                <a:schemeClr val="tx2"/>
              </a:solidFill>
            </a:endParaRPr>
          </a:p>
        </p:txBody>
      </p:sp>
      <p:sp>
        <p:nvSpPr>
          <p:cNvPr id="85" name="Text Placeholder 12">
            <a:extLst>
              <a:ext uri="{FF2B5EF4-FFF2-40B4-BE49-F238E27FC236}">
                <a16:creationId xmlns:a16="http://schemas.microsoft.com/office/drawing/2014/main" id="{40881185-B6CB-3D44-9373-6EEB75649599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8185976" y="5439617"/>
            <a:ext cx="3515175" cy="354531"/>
          </a:xfrm>
        </p:spPr>
        <p:txBody>
          <a:bodyPr/>
          <a:lstStyle>
            <a:lvl1pPr marL="0" indent="0">
              <a:buNone/>
              <a:defRPr sz="1400">
                <a:solidFill>
                  <a:schemeClr val="tx1"/>
                </a:solidFill>
              </a:defRPr>
            </a:lvl1pPr>
          </a:lstStyle>
          <a:p>
            <a:r>
              <a:rPr lang="en-US"/>
              <a:t>Presenter Title</a:t>
            </a:r>
            <a:endParaRPr lang="en-US" sz="2100">
              <a:solidFill>
                <a:schemeClr val="tx2"/>
              </a:solidFill>
            </a:endParaRPr>
          </a:p>
        </p:txBody>
      </p:sp>
      <p:sp>
        <p:nvSpPr>
          <p:cNvPr id="86" name="Text Placeholder 12">
            <a:extLst>
              <a:ext uri="{FF2B5EF4-FFF2-40B4-BE49-F238E27FC236}">
                <a16:creationId xmlns:a16="http://schemas.microsoft.com/office/drawing/2014/main" id="{B4BA5343-3BEE-5B44-88DC-93B52BD5BB29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540065" y="4754880"/>
            <a:ext cx="3515175" cy="459694"/>
          </a:xfrm>
        </p:spPr>
        <p:txBody>
          <a:bodyPr/>
          <a:lstStyle>
            <a:lvl1pPr marL="0" indent="0">
              <a:buNone/>
              <a:defRPr sz="2000" b="1">
                <a:solidFill>
                  <a:schemeClr val="accent1"/>
                </a:solidFill>
              </a:defRPr>
            </a:lvl1pPr>
          </a:lstStyle>
          <a:p>
            <a:r>
              <a:rPr lang="en-US"/>
              <a:t>Presenter Name</a:t>
            </a:r>
            <a:endParaRPr lang="en-US" sz="2100">
              <a:solidFill>
                <a:schemeClr val="tx2"/>
              </a:solidFill>
            </a:endParaRPr>
          </a:p>
        </p:txBody>
      </p:sp>
      <p:sp>
        <p:nvSpPr>
          <p:cNvPr id="87" name="Text Placeholder 12">
            <a:extLst>
              <a:ext uri="{FF2B5EF4-FFF2-40B4-BE49-F238E27FC236}">
                <a16:creationId xmlns:a16="http://schemas.microsoft.com/office/drawing/2014/main" id="{C949B4D2-C14E-AA48-B6A1-107232D2C8A5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4347597" y="4754880"/>
            <a:ext cx="3515175" cy="459694"/>
          </a:xfrm>
        </p:spPr>
        <p:txBody>
          <a:bodyPr/>
          <a:lstStyle>
            <a:lvl1pPr marL="0" indent="0">
              <a:buNone/>
              <a:defRPr sz="2000" b="1"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Presenter Name</a:t>
            </a:r>
            <a:endParaRPr lang="en-US" sz="2100" dirty="0">
              <a:solidFill>
                <a:schemeClr val="tx2"/>
              </a:solidFill>
            </a:endParaRPr>
          </a:p>
        </p:txBody>
      </p:sp>
      <p:sp>
        <p:nvSpPr>
          <p:cNvPr id="88" name="Text Placeholder 12">
            <a:extLst>
              <a:ext uri="{FF2B5EF4-FFF2-40B4-BE49-F238E27FC236}">
                <a16:creationId xmlns:a16="http://schemas.microsoft.com/office/drawing/2014/main" id="{B004DC7C-FCB6-5F40-898B-BAAA4E5374DF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8185976" y="4754880"/>
            <a:ext cx="3515175" cy="459694"/>
          </a:xfrm>
        </p:spPr>
        <p:txBody>
          <a:bodyPr/>
          <a:lstStyle>
            <a:lvl1pPr marL="0" indent="0">
              <a:buNone/>
              <a:defRPr sz="2000" b="1">
                <a:solidFill>
                  <a:schemeClr val="accent1"/>
                </a:solidFill>
              </a:defRPr>
            </a:lvl1pPr>
          </a:lstStyle>
          <a:p>
            <a:r>
              <a:rPr lang="en-US"/>
              <a:t>Presenter Name</a:t>
            </a:r>
            <a:endParaRPr lang="en-US" sz="2100">
              <a:solidFill>
                <a:schemeClr val="tx2"/>
              </a:solidFill>
            </a:endParaRPr>
          </a:p>
        </p:txBody>
      </p:sp>
      <p:sp>
        <p:nvSpPr>
          <p:cNvPr id="2" name="Picture Placeholder 5">
            <a:extLst>
              <a:ext uri="{FF2B5EF4-FFF2-40B4-BE49-F238E27FC236}">
                <a16:creationId xmlns:a16="http://schemas.microsoft.com/office/drawing/2014/main" id="{6B20C469-79D1-C3AC-F8AB-00005A83F7D7}"/>
              </a:ext>
            </a:extLst>
          </p:cNvPr>
          <p:cNvSpPr>
            <a:spLocks noGrp="1"/>
          </p:cNvSpPr>
          <p:nvPr>
            <p:ph type="pic" sz="quarter" idx="23"/>
          </p:nvPr>
        </p:nvSpPr>
        <p:spPr>
          <a:xfrm>
            <a:off x="860710" y="1208847"/>
            <a:ext cx="2873884" cy="2899885"/>
          </a:xfrm>
          <a:prstGeom prst="roundRect">
            <a:avLst>
              <a:gd name="adj" fmla="val 6916"/>
            </a:avLst>
          </a:prstGeom>
          <a:solidFill>
            <a:schemeClr val="bg1">
              <a:lumMod val="95000"/>
              <a:alpha val="50000"/>
            </a:schemeClr>
          </a:solidFill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US"/>
              <a:t>Click icon to add picture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C032D022-9365-0256-E6A7-24694FF6B545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 flipH="1">
            <a:off x="568518" y="2806759"/>
            <a:ext cx="1574381" cy="1574381"/>
          </a:xfrm>
          <a:prstGeom prst="rect">
            <a:avLst/>
          </a:prstGeom>
        </p:spPr>
      </p:pic>
      <p:sp>
        <p:nvSpPr>
          <p:cNvPr id="4" name="Picture Placeholder 5">
            <a:extLst>
              <a:ext uri="{FF2B5EF4-FFF2-40B4-BE49-F238E27FC236}">
                <a16:creationId xmlns:a16="http://schemas.microsoft.com/office/drawing/2014/main" id="{4530B6F1-477C-7A8D-0EDE-BFAF87941401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4668242" y="1208847"/>
            <a:ext cx="2873884" cy="2899885"/>
          </a:xfrm>
          <a:prstGeom prst="roundRect">
            <a:avLst>
              <a:gd name="adj" fmla="val 6916"/>
            </a:avLst>
          </a:prstGeom>
          <a:solidFill>
            <a:schemeClr val="bg1">
              <a:lumMod val="95000"/>
              <a:alpha val="50000"/>
            </a:schemeClr>
          </a:solidFill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7827BBA6-09CA-79B8-99BF-45B2F04191AD}"/>
              </a:ext>
            </a:extLst>
          </p:cNvPr>
          <p:cNvSpPr>
            <a:spLocks noGrp="1"/>
          </p:cNvSpPr>
          <p:nvPr>
            <p:ph type="pic" sz="quarter" idx="25"/>
          </p:nvPr>
        </p:nvSpPr>
        <p:spPr>
          <a:xfrm>
            <a:off x="8506621" y="1208847"/>
            <a:ext cx="2873884" cy="2899885"/>
          </a:xfrm>
          <a:prstGeom prst="roundRect">
            <a:avLst>
              <a:gd name="adj" fmla="val 6916"/>
            </a:avLst>
          </a:prstGeom>
          <a:solidFill>
            <a:schemeClr val="bg1">
              <a:lumMod val="95000"/>
              <a:alpha val="50000"/>
            </a:schemeClr>
          </a:solidFill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US"/>
              <a:t>Click icon to add picture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1806A855-1023-61A9-6FEC-629010EA5534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 flipH="1">
            <a:off x="4383281" y="2806759"/>
            <a:ext cx="1574381" cy="1574381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2D0F084B-3396-8DB1-3D65-AE978DB1F728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 flipH="1">
            <a:off x="8226618" y="2806759"/>
            <a:ext cx="1574381" cy="1574381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D169243B-C366-FA6C-54BC-EB384FE3FC98}"/>
              </a:ext>
            </a:extLst>
          </p:cNvPr>
          <p:cNvSpPr/>
          <p:nvPr userDrawn="1"/>
        </p:nvSpPr>
        <p:spPr>
          <a:xfrm>
            <a:off x="11872913" y="5341563"/>
            <a:ext cx="319087" cy="151643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D144093C-E3F3-C239-6C38-2B4294F6F5A7}"/>
              </a:ext>
            </a:extLst>
          </p:cNvPr>
          <p:cNvSpPr/>
          <p:nvPr userDrawn="1"/>
        </p:nvSpPr>
        <p:spPr>
          <a:xfrm rot="5400000">
            <a:off x="11326625" y="5992625"/>
            <a:ext cx="214312" cy="151643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6F0D8CF-ECBD-90EE-4923-A0DAD5C63242}"/>
              </a:ext>
            </a:extLst>
          </p:cNvPr>
          <p:cNvSpPr/>
          <p:nvPr userDrawn="1"/>
        </p:nvSpPr>
        <p:spPr>
          <a:xfrm>
            <a:off x="0" y="6000750"/>
            <a:ext cx="3020602" cy="85725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576853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2_Multiple Speakers">
    <p:bg>
      <p:bgPr>
        <a:blipFill dpi="0" rotWithShape="1">
          <a:blip r:embed="rId2" cstate="screen"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" name="Picture 22">
            <a:extLst>
              <a:ext uri="{FF2B5EF4-FFF2-40B4-BE49-F238E27FC236}">
                <a16:creationId xmlns:a16="http://schemas.microsoft.com/office/drawing/2014/main" id="{E7F89ABC-98BE-8E40-9FD9-39113DE7D50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77" name="Text Placeholder 12">
            <a:extLst>
              <a:ext uri="{FF2B5EF4-FFF2-40B4-BE49-F238E27FC236}">
                <a16:creationId xmlns:a16="http://schemas.microsoft.com/office/drawing/2014/main" id="{9782B08A-11A3-1D4B-8716-16269DF921CA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40065" y="5129230"/>
            <a:ext cx="3515175" cy="383537"/>
          </a:xfrm>
        </p:spPr>
        <p:txBody>
          <a:bodyPr/>
          <a:lstStyle>
            <a:lvl1pPr marL="0" indent="0">
              <a:buNone/>
              <a:defRPr sz="1600">
                <a:solidFill>
                  <a:schemeClr val="tx1"/>
                </a:solidFill>
              </a:defRPr>
            </a:lvl1pPr>
          </a:lstStyle>
          <a:p>
            <a:r>
              <a:rPr lang="en-US"/>
              <a:t>Presenter Organization</a:t>
            </a:r>
            <a:endParaRPr lang="en-US" sz="2100">
              <a:solidFill>
                <a:schemeClr val="tx2"/>
              </a:solidFill>
            </a:endParaRPr>
          </a:p>
        </p:txBody>
      </p:sp>
      <p:sp>
        <p:nvSpPr>
          <p:cNvPr id="79" name="Text Placeholder 12">
            <a:extLst>
              <a:ext uri="{FF2B5EF4-FFF2-40B4-BE49-F238E27FC236}">
                <a16:creationId xmlns:a16="http://schemas.microsoft.com/office/drawing/2014/main" id="{F9F4D9A3-A093-2040-9272-ED0EA8035667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40065" y="5439617"/>
            <a:ext cx="3515175" cy="354531"/>
          </a:xfrm>
        </p:spPr>
        <p:txBody>
          <a:bodyPr/>
          <a:lstStyle>
            <a:lvl1pPr marL="0" indent="0">
              <a:buNone/>
              <a:defRPr sz="1400">
                <a:solidFill>
                  <a:schemeClr val="tx1"/>
                </a:solidFill>
              </a:defRPr>
            </a:lvl1pPr>
          </a:lstStyle>
          <a:p>
            <a:r>
              <a:rPr lang="en-US"/>
              <a:t>Presenter Title</a:t>
            </a:r>
            <a:endParaRPr lang="en-US" sz="2100">
              <a:solidFill>
                <a:schemeClr val="tx2"/>
              </a:solidFill>
            </a:endParaRPr>
          </a:p>
        </p:txBody>
      </p:sp>
      <p:sp>
        <p:nvSpPr>
          <p:cNvPr id="82" name="Text Placeholder 12">
            <a:extLst>
              <a:ext uri="{FF2B5EF4-FFF2-40B4-BE49-F238E27FC236}">
                <a16:creationId xmlns:a16="http://schemas.microsoft.com/office/drawing/2014/main" id="{9C9B1228-2EEE-C44A-A0DE-52BCC4B3AE6C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347597" y="5129230"/>
            <a:ext cx="3515175" cy="383537"/>
          </a:xfrm>
        </p:spPr>
        <p:txBody>
          <a:bodyPr/>
          <a:lstStyle>
            <a:lvl1pPr marL="0" indent="0">
              <a:buNone/>
              <a:defRPr sz="1600">
                <a:solidFill>
                  <a:schemeClr val="tx1"/>
                </a:solidFill>
              </a:defRPr>
            </a:lvl1pPr>
          </a:lstStyle>
          <a:p>
            <a:r>
              <a:rPr lang="en-US"/>
              <a:t>Presenter Organization</a:t>
            </a:r>
            <a:endParaRPr lang="en-US" sz="2100">
              <a:solidFill>
                <a:schemeClr val="tx2"/>
              </a:solidFill>
            </a:endParaRPr>
          </a:p>
        </p:txBody>
      </p:sp>
      <p:sp>
        <p:nvSpPr>
          <p:cNvPr id="83" name="Text Placeholder 12">
            <a:extLst>
              <a:ext uri="{FF2B5EF4-FFF2-40B4-BE49-F238E27FC236}">
                <a16:creationId xmlns:a16="http://schemas.microsoft.com/office/drawing/2014/main" id="{D3B6F73E-E233-E141-9D20-CEF457EDDAE2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347597" y="5439617"/>
            <a:ext cx="3515175" cy="354531"/>
          </a:xfrm>
        </p:spPr>
        <p:txBody>
          <a:bodyPr/>
          <a:lstStyle>
            <a:lvl1pPr marL="0" indent="0">
              <a:buNone/>
              <a:defRPr sz="1400">
                <a:solidFill>
                  <a:schemeClr val="tx1"/>
                </a:solidFill>
              </a:defRPr>
            </a:lvl1pPr>
          </a:lstStyle>
          <a:p>
            <a:r>
              <a:rPr lang="en-US"/>
              <a:t>Presenter Title</a:t>
            </a:r>
            <a:endParaRPr lang="en-US" sz="2100">
              <a:solidFill>
                <a:schemeClr val="tx2"/>
              </a:solidFill>
            </a:endParaRPr>
          </a:p>
        </p:txBody>
      </p:sp>
      <p:sp>
        <p:nvSpPr>
          <p:cNvPr id="84" name="Text Placeholder 12">
            <a:extLst>
              <a:ext uri="{FF2B5EF4-FFF2-40B4-BE49-F238E27FC236}">
                <a16:creationId xmlns:a16="http://schemas.microsoft.com/office/drawing/2014/main" id="{AA15A8A1-F389-EF40-A765-64FCF8E79E5E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8185976" y="5129230"/>
            <a:ext cx="3515175" cy="383537"/>
          </a:xfrm>
        </p:spPr>
        <p:txBody>
          <a:bodyPr/>
          <a:lstStyle>
            <a:lvl1pPr marL="0" indent="0">
              <a:buNone/>
              <a:defRPr sz="1600">
                <a:solidFill>
                  <a:schemeClr val="tx1"/>
                </a:solidFill>
              </a:defRPr>
            </a:lvl1pPr>
          </a:lstStyle>
          <a:p>
            <a:r>
              <a:rPr lang="en-US"/>
              <a:t>Presenter Organization</a:t>
            </a:r>
            <a:endParaRPr lang="en-US" sz="2100">
              <a:solidFill>
                <a:schemeClr val="tx2"/>
              </a:solidFill>
            </a:endParaRPr>
          </a:p>
        </p:txBody>
      </p:sp>
      <p:sp>
        <p:nvSpPr>
          <p:cNvPr id="85" name="Text Placeholder 12">
            <a:extLst>
              <a:ext uri="{FF2B5EF4-FFF2-40B4-BE49-F238E27FC236}">
                <a16:creationId xmlns:a16="http://schemas.microsoft.com/office/drawing/2014/main" id="{40881185-B6CB-3D44-9373-6EEB75649599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8185976" y="5439617"/>
            <a:ext cx="3515175" cy="354531"/>
          </a:xfrm>
        </p:spPr>
        <p:txBody>
          <a:bodyPr/>
          <a:lstStyle>
            <a:lvl1pPr marL="0" indent="0">
              <a:buNone/>
              <a:defRPr sz="1400">
                <a:solidFill>
                  <a:schemeClr val="tx1"/>
                </a:solidFill>
              </a:defRPr>
            </a:lvl1pPr>
          </a:lstStyle>
          <a:p>
            <a:r>
              <a:rPr lang="en-US"/>
              <a:t>Presenter Title</a:t>
            </a:r>
            <a:endParaRPr lang="en-US" sz="2100">
              <a:solidFill>
                <a:schemeClr val="tx2"/>
              </a:solidFill>
            </a:endParaRPr>
          </a:p>
        </p:txBody>
      </p:sp>
      <p:sp>
        <p:nvSpPr>
          <p:cNvPr id="86" name="Text Placeholder 12">
            <a:extLst>
              <a:ext uri="{FF2B5EF4-FFF2-40B4-BE49-F238E27FC236}">
                <a16:creationId xmlns:a16="http://schemas.microsoft.com/office/drawing/2014/main" id="{B4BA5343-3BEE-5B44-88DC-93B52BD5BB29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540065" y="4754880"/>
            <a:ext cx="3515175" cy="459694"/>
          </a:xfrm>
        </p:spPr>
        <p:txBody>
          <a:bodyPr/>
          <a:lstStyle>
            <a:lvl1pPr marL="0" indent="0">
              <a:buNone/>
              <a:defRPr sz="2000" b="1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Presenter Name</a:t>
            </a:r>
            <a:endParaRPr lang="en-US" sz="2100" dirty="0">
              <a:solidFill>
                <a:schemeClr val="tx2"/>
              </a:solidFill>
            </a:endParaRPr>
          </a:p>
        </p:txBody>
      </p:sp>
      <p:sp>
        <p:nvSpPr>
          <p:cNvPr id="87" name="Text Placeholder 12">
            <a:extLst>
              <a:ext uri="{FF2B5EF4-FFF2-40B4-BE49-F238E27FC236}">
                <a16:creationId xmlns:a16="http://schemas.microsoft.com/office/drawing/2014/main" id="{C949B4D2-C14E-AA48-B6A1-107232D2C8A5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4347597" y="4754880"/>
            <a:ext cx="3515175" cy="459694"/>
          </a:xfrm>
        </p:spPr>
        <p:txBody>
          <a:bodyPr/>
          <a:lstStyle>
            <a:lvl1pPr marL="0" indent="0">
              <a:buNone/>
              <a:defRPr sz="2000" b="1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Presenter Name</a:t>
            </a:r>
            <a:endParaRPr lang="en-US" sz="2100" dirty="0">
              <a:solidFill>
                <a:schemeClr val="tx2"/>
              </a:solidFill>
            </a:endParaRPr>
          </a:p>
        </p:txBody>
      </p:sp>
      <p:sp>
        <p:nvSpPr>
          <p:cNvPr id="88" name="Text Placeholder 12">
            <a:extLst>
              <a:ext uri="{FF2B5EF4-FFF2-40B4-BE49-F238E27FC236}">
                <a16:creationId xmlns:a16="http://schemas.microsoft.com/office/drawing/2014/main" id="{B004DC7C-FCB6-5F40-898B-BAAA4E5374DF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8185976" y="4754880"/>
            <a:ext cx="3515175" cy="459694"/>
          </a:xfrm>
        </p:spPr>
        <p:txBody>
          <a:bodyPr/>
          <a:lstStyle>
            <a:lvl1pPr marL="0" indent="0">
              <a:buNone/>
              <a:defRPr sz="2000" b="1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Presenter Name</a:t>
            </a:r>
            <a:endParaRPr lang="en-US" sz="2100" dirty="0">
              <a:solidFill>
                <a:schemeClr val="tx2"/>
              </a:solidFill>
            </a:endParaRPr>
          </a:p>
        </p:txBody>
      </p:sp>
      <p:sp>
        <p:nvSpPr>
          <p:cNvPr id="2" name="Picture Placeholder 5">
            <a:extLst>
              <a:ext uri="{FF2B5EF4-FFF2-40B4-BE49-F238E27FC236}">
                <a16:creationId xmlns:a16="http://schemas.microsoft.com/office/drawing/2014/main" id="{6B20C469-79D1-C3AC-F8AB-00005A83F7D7}"/>
              </a:ext>
            </a:extLst>
          </p:cNvPr>
          <p:cNvSpPr>
            <a:spLocks noGrp="1"/>
          </p:cNvSpPr>
          <p:nvPr>
            <p:ph type="pic" sz="quarter" idx="23"/>
          </p:nvPr>
        </p:nvSpPr>
        <p:spPr>
          <a:xfrm>
            <a:off x="860710" y="1208847"/>
            <a:ext cx="2873884" cy="2899885"/>
          </a:xfrm>
          <a:prstGeom prst="roundRect">
            <a:avLst>
              <a:gd name="adj" fmla="val 6916"/>
            </a:avLst>
          </a:prstGeom>
          <a:solidFill>
            <a:schemeClr val="bg1">
              <a:lumMod val="95000"/>
              <a:alpha val="50000"/>
            </a:schemeClr>
          </a:solidFill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US"/>
              <a:t>Click icon to add picture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C032D022-9365-0256-E6A7-24694FF6B545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lum bright="100000"/>
          </a:blip>
          <a:stretch>
            <a:fillRect/>
          </a:stretch>
        </p:blipFill>
        <p:spPr>
          <a:xfrm flipH="1">
            <a:off x="568518" y="2806759"/>
            <a:ext cx="1574381" cy="1574381"/>
          </a:xfrm>
          <a:prstGeom prst="rect">
            <a:avLst/>
          </a:prstGeom>
        </p:spPr>
      </p:pic>
      <p:sp>
        <p:nvSpPr>
          <p:cNvPr id="4" name="Picture Placeholder 5">
            <a:extLst>
              <a:ext uri="{FF2B5EF4-FFF2-40B4-BE49-F238E27FC236}">
                <a16:creationId xmlns:a16="http://schemas.microsoft.com/office/drawing/2014/main" id="{4530B6F1-477C-7A8D-0EDE-BFAF87941401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4668242" y="1208847"/>
            <a:ext cx="2873884" cy="2899885"/>
          </a:xfrm>
          <a:prstGeom prst="roundRect">
            <a:avLst>
              <a:gd name="adj" fmla="val 6916"/>
            </a:avLst>
          </a:prstGeom>
          <a:solidFill>
            <a:schemeClr val="bg1">
              <a:lumMod val="95000"/>
              <a:alpha val="50000"/>
            </a:schemeClr>
          </a:solidFill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7827BBA6-09CA-79B8-99BF-45B2F04191AD}"/>
              </a:ext>
            </a:extLst>
          </p:cNvPr>
          <p:cNvSpPr>
            <a:spLocks noGrp="1"/>
          </p:cNvSpPr>
          <p:nvPr>
            <p:ph type="pic" sz="quarter" idx="25"/>
          </p:nvPr>
        </p:nvSpPr>
        <p:spPr>
          <a:xfrm>
            <a:off x="8506621" y="1208847"/>
            <a:ext cx="2873884" cy="2899885"/>
          </a:xfrm>
          <a:prstGeom prst="roundRect">
            <a:avLst>
              <a:gd name="adj" fmla="val 6916"/>
            </a:avLst>
          </a:prstGeom>
          <a:solidFill>
            <a:schemeClr val="bg1">
              <a:lumMod val="95000"/>
              <a:alpha val="50000"/>
            </a:schemeClr>
          </a:solidFill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US"/>
              <a:t>Click icon to add picture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1806A855-1023-61A9-6FEC-629010EA5534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lum bright="100000"/>
          </a:blip>
          <a:stretch>
            <a:fillRect/>
          </a:stretch>
        </p:blipFill>
        <p:spPr>
          <a:xfrm flipH="1">
            <a:off x="4383281" y="2806759"/>
            <a:ext cx="1574381" cy="1574381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2D0F084B-3396-8DB1-3D65-AE978DB1F728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lum bright="100000"/>
          </a:blip>
          <a:stretch>
            <a:fillRect/>
          </a:stretch>
        </p:blipFill>
        <p:spPr>
          <a:xfrm flipH="1">
            <a:off x="8226618" y="2806759"/>
            <a:ext cx="1574381" cy="1574381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1E2C1B62-4FC5-9E45-B249-A7CFC176D38D}"/>
              </a:ext>
            </a:extLst>
          </p:cNvPr>
          <p:cNvPicPr>
            <a:picLocks noChangeAspect="1"/>
          </p:cNvPicPr>
          <p:nvPr userDrawn="1"/>
        </p:nvPicPr>
        <p:blipFill>
          <a:blip r:embed="rId5"/>
          <a:srcRect/>
          <a:stretch/>
        </p:blipFill>
        <p:spPr>
          <a:xfrm>
            <a:off x="8989726" y="6253574"/>
            <a:ext cx="2498957" cy="3801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4825025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Titl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>
            <a:extLst>
              <a:ext uri="{FF2B5EF4-FFF2-40B4-BE49-F238E27FC236}">
                <a16:creationId xmlns:a16="http://schemas.microsoft.com/office/drawing/2014/main" id="{8D8B61AA-6CB5-4548-8A30-7092021DB903}"/>
              </a:ext>
            </a:extLst>
          </p:cNvPr>
          <p:cNvSpPr/>
          <p:nvPr userDrawn="1"/>
        </p:nvSpPr>
        <p:spPr>
          <a:xfrm>
            <a:off x="439386" y="6388923"/>
            <a:ext cx="415389" cy="30876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8" name="Freeform 7">
            <a:extLst>
              <a:ext uri="{FF2B5EF4-FFF2-40B4-BE49-F238E27FC236}">
                <a16:creationId xmlns:a16="http://schemas.microsoft.com/office/drawing/2014/main" id="{EA875A86-5D85-5C7E-4BBA-255BDCA14980}"/>
              </a:ext>
            </a:extLst>
          </p:cNvPr>
          <p:cNvSpPr/>
          <p:nvPr userDrawn="1"/>
        </p:nvSpPr>
        <p:spPr>
          <a:xfrm>
            <a:off x="311727" y="310393"/>
            <a:ext cx="5044484" cy="6236208"/>
          </a:xfrm>
          <a:custGeom>
            <a:avLst/>
            <a:gdLst>
              <a:gd name="connsiteX0" fmla="*/ 0 w 5044484"/>
              <a:gd name="connsiteY0" fmla="*/ 0 h 6236208"/>
              <a:gd name="connsiteX1" fmla="*/ 2564520 w 5044484"/>
              <a:gd name="connsiteY1" fmla="*/ 0 h 6236208"/>
              <a:gd name="connsiteX2" fmla="*/ 5044484 w 5044484"/>
              <a:gd name="connsiteY2" fmla="*/ 0 h 6236208"/>
              <a:gd name="connsiteX3" fmla="*/ 2564520 w 5044484"/>
              <a:gd name="connsiteY3" fmla="*/ 6236208 h 6236208"/>
              <a:gd name="connsiteX4" fmla="*/ 0 w 5044484"/>
              <a:gd name="connsiteY4" fmla="*/ 6236208 h 62362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044484" h="6236208">
                <a:moveTo>
                  <a:pt x="0" y="0"/>
                </a:moveTo>
                <a:lnTo>
                  <a:pt x="2564520" y="0"/>
                </a:lnTo>
                <a:lnTo>
                  <a:pt x="5044484" y="0"/>
                </a:lnTo>
                <a:lnTo>
                  <a:pt x="2564520" y="6236208"/>
                </a:lnTo>
                <a:lnTo>
                  <a:pt x="0" y="6236208"/>
                </a:lnTo>
                <a:close/>
              </a:path>
            </a:pathLst>
          </a:custGeom>
          <a:blipFill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5" name="Text Placeholder 9">
            <a:extLst>
              <a:ext uri="{FF2B5EF4-FFF2-40B4-BE49-F238E27FC236}">
                <a16:creationId xmlns:a16="http://schemas.microsoft.com/office/drawing/2014/main" id="{70ADC456-B1CB-A1C1-5444-9EAD99C90DD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 bwMode="gray">
          <a:xfrm>
            <a:off x="5084532" y="1104886"/>
            <a:ext cx="6571596" cy="2374953"/>
          </a:xfrm>
          <a:noFill/>
        </p:spPr>
        <p:txBody>
          <a:bodyPr wrap="square" lIns="91440" tIns="0" rIns="91440" bIns="0" anchor="b" anchorCtr="0">
            <a:noAutofit/>
          </a:bodyPr>
          <a:lstStyle>
            <a:lvl1pPr marL="0" indent="0" algn="l">
              <a:lnSpc>
                <a:spcPct val="100000"/>
              </a:lnSpc>
              <a:spcBef>
                <a:spcPts val="200"/>
              </a:spcBef>
              <a:spcAft>
                <a:spcPts val="800"/>
              </a:spcAft>
              <a:buFont typeface="Arial" panose="020B0604020202020204" pitchFamily="34" charset="0"/>
              <a:buChar char="​"/>
              <a:tabLst>
                <a:tab pos="457200" algn="l"/>
              </a:tabLst>
              <a:defRPr sz="3600" b="1">
                <a:solidFill>
                  <a:schemeClr val="tx1"/>
                </a:solidFill>
              </a:defRPr>
            </a:lvl1pPr>
            <a:lvl2pPr marL="0" indent="0" algn="l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Font typeface="Arial" panose="020B0604020202020204" pitchFamily="34" charset="0"/>
              <a:buChar char="​"/>
              <a:defRPr sz="2400" b="0">
                <a:solidFill>
                  <a:schemeClr val="bg1"/>
                </a:solidFill>
              </a:defRPr>
            </a:lvl2pPr>
            <a:lvl3pPr marL="0" indent="0" algn="l">
              <a:lnSpc>
                <a:spcPct val="100000"/>
              </a:lnSpc>
              <a:spcBef>
                <a:spcPts val="600"/>
              </a:spcBef>
              <a:spcAft>
                <a:spcPts val="800"/>
              </a:spcAft>
              <a:buFont typeface="Arial" panose="020B0604020202020204" pitchFamily="34" charset="0"/>
              <a:buChar char="​"/>
              <a:defRPr sz="1800" b="1">
                <a:solidFill>
                  <a:schemeClr val="bg1">
                    <a:lumMod val="85000"/>
                  </a:schemeClr>
                </a:solidFill>
              </a:defRPr>
            </a:lvl3pPr>
            <a:lvl4pPr marL="0" indent="0" algn="l">
              <a:lnSpc>
                <a:spcPct val="100000"/>
              </a:lnSpc>
              <a:spcBef>
                <a:spcPts val="200"/>
              </a:spcBef>
              <a:spcAft>
                <a:spcPts val="800"/>
              </a:spcAft>
              <a:buFont typeface="Arial" panose="020B0604020202020204" pitchFamily="34" charset="0"/>
              <a:buChar char="​"/>
              <a:defRPr sz="1800" b="0">
                <a:solidFill>
                  <a:schemeClr val="bg1">
                    <a:lumMod val="85000"/>
                  </a:schemeClr>
                </a:solidFill>
              </a:defRPr>
            </a:lvl4pPr>
            <a:lvl5pPr marL="0" indent="0" algn="l">
              <a:lnSpc>
                <a:spcPct val="100000"/>
              </a:lnSpc>
              <a:spcBef>
                <a:spcPts val="200"/>
              </a:spcBef>
              <a:spcAft>
                <a:spcPts val="800"/>
              </a:spcAft>
              <a:buFont typeface="Arial" panose="020B0604020202020204" pitchFamily="34" charset="0"/>
              <a:buChar char="​"/>
              <a:defRPr sz="1800" b="0">
                <a:solidFill>
                  <a:schemeClr val="bg1">
                    <a:lumMod val="85000"/>
                  </a:schemeClr>
                </a:solidFill>
              </a:defRPr>
            </a:lvl5pPr>
            <a:lvl6pPr marL="0" indent="0" algn="ctr">
              <a:lnSpc>
                <a:spcPct val="85000"/>
              </a:lnSpc>
              <a:spcBef>
                <a:spcPts val="200"/>
              </a:spcBef>
              <a:spcAft>
                <a:spcPts val="200"/>
              </a:spcAft>
              <a:buFont typeface="Arial" panose="020B0604020202020204" pitchFamily="34" charset="0"/>
              <a:buChar char="​"/>
              <a:defRPr sz="1400" b="0">
                <a:solidFill>
                  <a:schemeClr val="bg1"/>
                </a:solidFill>
              </a:defRPr>
            </a:lvl6pPr>
            <a:lvl7pPr marL="0" indent="0" algn="ctr">
              <a:lnSpc>
                <a:spcPct val="85000"/>
              </a:lnSpc>
              <a:spcBef>
                <a:spcPts val="200"/>
              </a:spcBef>
              <a:spcAft>
                <a:spcPts val="200"/>
              </a:spcAft>
              <a:buFont typeface="Arial" panose="020B0604020202020204" pitchFamily="34" charset="0"/>
              <a:buChar char="​"/>
              <a:defRPr sz="1400" b="0">
                <a:solidFill>
                  <a:schemeClr val="bg1"/>
                </a:solidFill>
              </a:defRPr>
            </a:lvl7pPr>
            <a:lvl8pPr marL="0" indent="0" algn="ctr">
              <a:lnSpc>
                <a:spcPct val="85000"/>
              </a:lnSpc>
              <a:spcBef>
                <a:spcPts val="200"/>
              </a:spcBef>
              <a:spcAft>
                <a:spcPts val="200"/>
              </a:spcAft>
              <a:buFont typeface="Arial" panose="020B0604020202020204" pitchFamily="34" charset="0"/>
              <a:buChar char="​"/>
              <a:defRPr sz="1400" b="0">
                <a:solidFill>
                  <a:schemeClr val="bg1"/>
                </a:solidFill>
              </a:defRPr>
            </a:lvl8pPr>
            <a:lvl9pPr marL="0" indent="0" algn="ctr">
              <a:lnSpc>
                <a:spcPct val="85000"/>
              </a:lnSpc>
              <a:spcBef>
                <a:spcPts val="200"/>
              </a:spcBef>
              <a:spcAft>
                <a:spcPts val="200"/>
              </a:spcAft>
              <a:buFont typeface="Arial" panose="020B0604020202020204" pitchFamily="34" charset="0"/>
              <a:buChar char="​"/>
              <a:defRPr sz="1400" b="0">
                <a:solidFill>
                  <a:schemeClr val="bg1"/>
                </a:solidFill>
              </a:defRPr>
            </a:lvl9pPr>
          </a:lstStyle>
          <a:p>
            <a:pPr lvl="0"/>
            <a:r>
              <a:rPr lang="en-US" dirty="0"/>
              <a:t>Presentation Title Multiple Line Title Length</a:t>
            </a:r>
          </a:p>
        </p:txBody>
      </p:sp>
      <p:sp>
        <p:nvSpPr>
          <p:cNvPr id="6" name="Text Placeholder 9">
            <a:extLst>
              <a:ext uri="{FF2B5EF4-FFF2-40B4-BE49-F238E27FC236}">
                <a16:creationId xmlns:a16="http://schemas.microsoft.com/office/drawing/2014/main" id="{83EA9DBF-3431-D988-62BF-B332F399ADF7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 bwMode="gray">
          <a:xfrm>
            <a:off x="5084532" y="3659760"/>
            <a:ext cx="6571596" cy="1269714"/>
          </a:xfrm>
          <a:noFill/>
        </p:spPr>
        <p:txBody>
          <a:bodyPr wrap="square" lIns="91440" tIns="0" rIns="91440" bIns="0" anchor="t" anchorCtr="0">
            <a:noAutofit/>
          </a:bodyPr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​"/>
              <a:tabLst>
                <a:tab pos="457200" algn="l"/>
              </a:tabLst>
              <a:defRPr sz="2500" b="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0" indent="0" algn="l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Font typeface="Arial" panose="020B0604020202020204" pitchFamily="34" charset="0"/>
              <a:buChar char="​"/>
              <a:defRPr sz="2400" b="0">
                <a:solidFill>
                  <a:schemeClr val="bg1"/>
                </a:solidFill>
              </a:defRPr>
            </a:lvl2pPr>
            <a:lvl3pPr marL="0" indent="0" algn="l">
              <a:lnSpc>
                <a:spcPct val="100000"/>
              </a:lnSpc>
              <a:spcBef>
                <a:spcPts val="600"/>
              </a:spcBef>
              <a:spcAft>
                <a:spcPts val="800"/>
              </a:spcAft>
              <a:buFont typeface="Arial" panose="020B0604020202020204" pitchFamily="34" charset="0"/>
              <a:buChar char="​"/>
              <a:defRPr sz="1800" b="1">
                <a:solidFill>
                  <a:schemeClr val="bg1">
                    <a:lumMod val="85000"/>
                  </a:schemeClr>
                </a:solidFill>
              </a:defRPr>
            </a:lvl3pPr>
            <a:lvl4pPr marL="0" indent="0" algn="l">
              <a:lnSpc>
                <a:spcPct val="100000"/>
              </a:lnSpc>
              <a:spcBef>
                <a:spcPts val="200"/>
              </a:spcBef>
              <a:spcAft>
                <a:spcPts val="800"/>
              </a:spcAft>
              <a:buFont typeface="Arial" panose="020B0604020202020204" pitchFamily="34" charset="0"/>
              <a:buChar char="​"/>
              <a:defRPr sz="1800" b="0">
                <a:solidFill>
                  <a:schemeClr val="bg1">
                    <a:lumMod val="85000"/>
                  </a:schemeClr>
                </a:solidFill>
              </a:defRPr>
            </a:lvl4pPr>
            <a:lvl5pPr marL="0" indent="0" algn="l">
              <a:lnSpc>
                <a:spcPct val="100000"/>
              </a:lnSpc>
              <a:spcBef>
                <a:spcPts val="200"/>
              </a:spcBef>
              <a:spcAft>
                <a:spcPts val="800"/>
              </a:spcAft>
              <a:buFont typeface="Arial" panose="020B0604020202020204" pitchFamily="34" charset="0"/>
              <a:buChar char="​"/>
              <a:defRPr sz="1800" b="0">
                <a:solidFill>
                  <a:schemeClr val="bg1">
                    <a:lumMod val="85000"/>
                  </a:schemeClr>
                </a:solidFill>
              </a:defRPr>
            </a:lvl5pPr>
            <a:lvl6pPr marL="0" indent="0" algn="ctr">
              <a:lnSpc>
                <a:spcPct val="85000"/>
              </a:lnSpc>
              <a:spcBef>
                <a:spcPts val="200"/>
              </a:spcBef>
              <a:spcAft>
                <a:spcPts val="200"/>
              </a:spcAft>
              <a:buFont typeface="Arial" panose="020B0604020202020204" pitchFamily="34" charset="0"/>
              <a:buChar char="​"/>
              <a:defRPr sz="1400" b="0">
                <a:solidFill>
                  <a:schemeClr val="bg1"/>
                </a:solidFill>
              </a:defRPr>
            </a:lvl6pPr>
            <a:lvl7pPr marL="0" indent="0" algn="ctr">
              <a:lnSpc>
                <a:spcPct val="85000"/>
              </a:lnSpc>
              <a:spcBef>
                <a:spcPts val="200"/>
              </a:spcBef>
              <a:spcAft>
                <a:spcPts val="200"/>
              </a:spcAft>
              <a:buFont typeface="Arial" panose="020B0604020202020204" pitchFamily="34" charset="0"/>
              <a:buChar char="​"/>
              <a:defRPr sz="1400" b="0">
                <a:solidFill>
                  <a:schemeClr val="bg1"/>
                </a:solidFill>
              </a:defRPr>
            </a:lvl7pPr>
            <a:lvl8pPr marL="0" indent="0" algn="ctr">
              <a:lnSpc>
                <a:spcPct val="85000"/>
              </a:lnSpc>
              <a:spcBef>
                <a:spcPts val="200"/>
              </a:spcBef>
              <a:spcAft>
                <a:spcPts val="200"/>
              </a:spcAft>
              <a:buFont typeface="Arial" panose="020B0604020202020204" pitchFamily="34" charset="0"/>
              <a:buChar char="​"/>
              <a:defRPr sz="1400" b="0">
                <a:solidFill>
                  <a:schemeClr val="bg1"/>
                </a:solidFill>
              </a:defRPr>
            </a:lvl8pPr>
            <a:lvl9pPr marL="0" indent="0" algn="ctr">
              <a:lnSpc>
                <a:spcPct val="85000"/>
              </a:lnSpc>
              <a:spcBef>
                <a:spcPts val="200"/>
              </a:spcBef>
              <a:spcAft>
                <a:spcPts val="200"/>
              </a:spcAft>
              <a:buFont typeface="Arial" panose="020B0604020202020204" pitchFamily="34" charset="0"/>
              <a:buChar char="​"/>
              <a:defRPr sz="1400" b="0">
                <a:solidFill>
                  <a:schemeClr val="bg1"/>
                </a:solidFill>
              </a:defRPr>
            </a:lvl9pPr>
          </a:lstStyle>
          <a:p>
            <a:r>
              <a:rPr lang="en-US" dirty="0">
                <a:effectLst/>
                <a:latin typeface="Arial" panose="020B0604020202020204" pitchFamily="34" charset="0"/>
              </a:rPr>
              <a:t>Subtitle Placeholder Multiple Line Title </a:t>
            </a:r>
            <a:br>
              <a:rPr lang="en-US" dirty="0">
                <a:effectLst/>
                <a:latin typeface="Arial" panose="020B0604020202020204" pitchFamily="34" charset="0"/>
              </a:rPr>
            </a:br>
            <a:r>
              <a:rPr lang="en-US" dirty="0">
                <a:effectLst/>
                <a:latin typeface="Arial" panose="020B0604020202020204" pitchFamily="34" charset="0"/>
              </a:rPr>
              <a:t>Length Which Extends To Two Lines</a:t>
            </a:r>
          </a:p>
        </p:txBody>
      </p:sp>
      <p:sp>
        <p:nvSpPr>
          <p:cNvPr id="7" name="Text Placeholder 9">
            <a:extLst>
              <a:ext uri="{FF2B5EF4-FFF2-40B4-BE49-F238E27FC236}">
                <a16:creationId xmlns:a16="http://schemas.microsoft.com/office/drawing/2014/main" id="{7EC4C8CB-0017-9907-9E53-DD1A1BF74D2D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 bwMode="gray">
          <a:xfrm>
            <a:off x="5084532" y="5109396"/>
            <a:ext cx="6571596" cy="643718"/>
          </a:xfrm>
          <a:noFill/>
        </p:spPr>
        <p:txBody>
          <a:bodyPr wrap="square" lIns="91440" tIns="0" rIns="91440" bIns="0" anchor="b" anchorCtr="0">
            <a:noAutofit/>
          </a:bodyPr>
          <a:lstStyle>
            <a:lvl1pPr marL="0" indent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Font typeface="Arial" panose="020B0604020202020204" pitchFamily="34" charset="0"/>
              <a:buChar char="​"/>
              <a:tabLst>
                <a:tab pos="457200" algn="l"/>
              </a:tabLst>
              <a:defRPr sz="1800" b="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0" indent="0" algn="l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Font typeface="Arial" panose="020B0604020202020204" pitchFamily="34" charset="0"/>
              <a:buChar char="​"/>
              <a:defRPr sz="2400" b="0">
                <a:solidFill>
                  <a:schemeClr val="bg1"/>
                </a:solidFill>
              </a:defRPr>
            </a:lvl2pPr>
            <a:lvl3pPr marL="0" indent="0" algn="l">
              <a:lnSpc>
                <a:spcPct val="100000"/>
              </a:lnSpc>
              <a:spcBef>
                <a:spcPts val="600"/>
              </a:spcBef>
              <a:spcAft>
                <a:spcPts val="800"/>
              </a:spcAft>
              <a:buFont typeface="Arial" panose="020B0604020202020204" pitchFamily="34" charset="0"/>
              <a:buChar char="​"/>
              <a:defRPr sz="1800" b="1">
                <a:solidFill>
                  <a:schemeClr val="bg1">
                    <a:lumMod val="85000"/>
                  </a:schemeClr>
                </a:solidFill>
              </a:defRPr>
            </a:lvl3pPr>
            <a:lvl4pPr marL="0" indent="0" algn="l">
              <a:lnSpc>
                <a:spcPct val="100000"/>
              </a:lnSpc>
              <a:spcBef>
                <a:spcPts val="200"/>
              </a:spcBef>
              <a:spcAft>
                <a:spcPts val="800"/>
              </a:spcAft>
              <a:buFont typeface="Arial" panose="020B0604020202020204" pitchFamily="34" charset="0"/>
              <a:buNone/>
              <a:defRPr sz="1800" b="0">
                <a:solidFill>
                  <a:schemeClr val="bg1">
                    <a:lumMod val="85000"/>
                  </a:schemeClr>
                </a:solidFill>
              </a:defRPr>
            </a:lvl4pPr>
            <a:lvl5pPr marL="0" indent="0" algn="l">
              <a:lnSpc>
                <a:spcPct val="100000"/>
              </a:lnSpc>
              <a:spcBef>
                <a:spcPts val="200"/>
              </a:spcBef>
              <a:spcAft>
                <a:spcPts val="800"/>
              </a:spcAft>
              <a:buFont typeface="Arial" panose="020B0604020202020204" pitchFamily="34" charset="0"/>
              <a:buChar char="​"/>
              <a:defRPr sz="1800" b="0">
                <a:solidFill>
                  <a:schemeClr val="bg1">
                    <a:lumMod val="85000"/>
                  </a:schemeClr>
                </a:solidFill>
              </a:defRPr>
            </a:lvl5pPr>
            <a:lvl6pPr marL="0" indent="0" algn="ctr">
              <a:lnSpc>
                <a:spcPct val="85000"/>
              </a:lnSpc>
              <a:spcBef>
                <a:spcPts val="200"/>
              </a:spcBef>
              <a:spcAft>
                <a:spcPts val="200"/>
              </a:spcAft>
              <a:buFont typeface="Arial" panose="020B0604020202020204" pitchFamily="34" charset="0"/>
              <a:buChar char="​"/>
              <a:defRPr sz="1400" b="0">
                <a:solidFill>
                  <a:schemeClr val="bg1"/>
                </a:solidFill>
              </a:defRPr>
            </a:lvl6pPr>
            <a:lvl7pPr marL="0" indent="0" algn="ctr">
              <a:lnSpc>
                <a:spcPct val="85000"/>
              </a:lnSpc>
              <a:spcBef>
                <a:spcPts val="200"/>
              </a:spcBef>
              <a:spcAft>
                <a:spcPts val="200"/>
              </a:spcAft>
              <a:buFont typeface="Arial" panose="020B0604020202020204" pitchFamily="34" charset="0"/>
              <a:buChar char="​"/>
              <a:defRPr sz="1400" b="0">
                <a:solidFill>
                  <a:schemeClr val="bg1"/>
                </a:solidFill>
              </a:defRPr>
            </a:lvl7pPr>
            <a:lvl8pPr marL="0" indent="0" algn="ctr">
              <a:lnSpc>
                <a:spcPct val="85000"/>
              </a:lnSpc>
              <a:spcBef>
                <a:spcPts val="200"/>
              </a:spcBef>
              <a:spcAft>
                <a:spcPts val="200"/>
              </a:spcAft>
              <a:buFont typeface="Arial" panose="020B0604020202020204" pitchFamily="34" charset="0"/>
              <a:buChar char="​"/>
              <a:defRPr sz="1400" b="0">
                <a:solidFill>
                  <a:schemeClr val="bg1"/>
                </a:solidFill>
              </a:defRPr>
            </a:lvl8pPr>
            <a:lvl9pPr marL="0" indent="0" algn="ctr">
              <a:lnSpc>
                <a:spcPct val="85000"/>
              </a:lnSpc>
              <a:spcBef>
                <a:spcPts val="200"/>
              </a:spcBef>
              <a:spcAft>
                <a:spcPts val="200"/>
              </a:spcAft>
              <a:buFont typeface="Arial" panose="020B0604020202020204" pitchFamily="34" charset="0"/>
              <a:buChar char="​"/>
              <a:defRPr sz="1400" b="0">
                <a:solidFill>
                  <a:schemeClr val="bg1"/>
                </a:solidFill>
              </a:defRPr>
            </a:lvl9pPr>
          </a:lstStyle>
          <a:p>
            <a:r>
              <a:rPr lang="en-US" b="1" dirty="0">
                <a:effectLst/>
                <a:latin typeface="Arial" panose="020B0604020202020204" pitchFamily="34" charset="0"/>
              </a:rPr>
              <a:t>Presenter Name</a:t>
            </a:r>
            <a:r>
              <a:rPr lang="en-US" dirty="0">
                <a:effectLst/>
                <a:latin typeface="Arial" panose="020B0604020202020204" pitchFamily="34" charset="0"/>
              </a:rPr>
              <a:t>, Presenter Title </a:t>
            </a:r>
            <a:br>
              <a:rPr lang="en-US" dirty="0">
                <a:effectLst/>
                <a:latin typeface="Arial" panose="020B0604020202020204" pitchFamily="34" charset="0"/>
              </a:rPr>
            </a:br>
            <a:r>
              <a:rPr lang="en-US" dirty="0">
                <a:effectLst/>
                <a:latin typeface="Arial" panose="020B0604020202020204" pitchFamily="34" charset="0"/>
              </a:rPr>
              <a:t>Month #, Year</a:t>
            </a:r>
          </a:p>
        </p:txBody>
      </p:sp>
      <p:pic>
        <p:nvPicPr>
          <p:cNvPr id="11" name="Graphic 10">
            <a:extLst>
              <a:ext uri="{FF2B5EF4-FFF2-40B4-BE49-F238E27FC236}">
                <a16:creationId xmlns:a16="http://schemas.microsoft.com/office/drawing/2014/main" id="{DF6CF9A7-E5FB-0E4C-AC67-B3500C9861B4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62365" y="1178597"/>
            <a:ext cx="3587345" cy="1122393"/>
          </a:xfrm>
          <a:prstGeom prst="rect">
            <a:avLst/>
          </a:prstGeom>
        </p:spPr>
      </p:pic>
      <p:sp>
        <p:nvSpPr>
          <p:cNvPr id="10" name="Date Placeholder 12">
            <a:extLst>
              <a:ext uri="{FF2B5EF4-FFF2-40B4-BE49-F238E27FC236}">
                <a16:creationId xmlns:a16="http://schemas.microsoft.com/office/drawing/2014/main" id="{4EAF237C-ACCB-9982-5A7C-724A3CD9BCD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405247" y="6218678"/>
            <a:ext cx="239290" cy="123111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00">
                <a:solidFill>
                  <a:schemeClr val="bg1"/>
                </a:solidFill>
              </a:defRPr>
            </a:lvl1pPr>
          </a:lstStyle>
          <a:p>
            <a:fld id="{BD93D066-653E-584C-A70F-7A37DE64DEDE}" type="datetimeyyyy">
              <a:rPr lang="en-PH" smtClean="0"/>
              <a:pPr/>
              <a:t>2026</a:t>
            </a:fld>
            <a:endParaRPr lang="en-US" dirty="0"/>
          </a:p>
        </p:txBody>
      </p:sp>
      <p:sp>
        <p:nvSpPr>
          <p:cNvPr id="12" name="Date Placeholder 12">
            <a:extLst>
              <a:ext uri="{FF2B5EF4-FFF2-40B4-BE49-F238E27FC236}">
                <a16:creationId xmlns:a16="http://schemas.microsoft.com/office/drawing/2014/main" id="{31B2A13C-522B-4BA6-3307-5E4EA9A3F032}"/>
              </a:ext>
            </a:extLst>
          </p:cNvPr>
          <p:cNvSpPr txBox="1">
            <a:spLocks/>
          </p:cNvSpPr>
          <p:nvPr userDrawn="1"/>
        </p:nvSpPr>
        <p:spPr>
          <a:xfrm>
            <a:off x="829628" y="6218678"/>
            <a:ext cx="558902" cy="123111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>
            <a:defPPr>
              <a:defRPr lang="en-US"/>
            </a:defPPr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00" kern="120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bg1"/>
                </a:solidFill>
              </a:rPr>
              <a:t>Copyright ©</a:t>
            </a:r>
          </a:p>
        </p:txBody>
      </p:sp>
      <p:sp>
        <p:nvSpPr>
          <p:cNvPr id="13" name="Date Placeholder 12">
            <a:extLst>
              <a:ext uri="{FF2B5EF4-FFF2-40B4-BE49-F238E27FC236}">
                <a16:creationId xmlns:a16="http://schemas.microsoft.com/office/drawing/2014/main" id="{97AC5AED-8D7B-FD95-0708-BB550AA965CF}"/>
              </a:ext>
            </a:extLst>
          </p:cNvPr>
          <p:cNvSpPr txBox="1">
            <a:spLocks/>
          </p:cNvSpPr>
          <p:nvPr userDrawn="1"/>
        </p:nvSpPr>
        <p:spPr>
          <a:xfrm>
            <a:off x="1667987" y="6218678"/>
            <a:ext cx="985957" cy="123111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>
            <a:defPPr>
              <a:defRPr lang="en-US"/>
            </a:defPPr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00" kern="120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bg1"/>
                </a:solidFill>
              </a:rPr>
              <a:t>Actian Corporation</a:t>
            </a:r>
          </a:p>
        </p:txBody>
      </p:sp>
    </p:spTree>
    <p:extLst>
      <p:ext uri="{BB962C8B-B14F-4D97-AF65-F5344CB8AC3E}">
        <p14:creationId xmlns:p14="http://schemas.microsoft.com/office/powerpoint/2010/main" val="40079542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2_Titl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>
            <a:extLst>
              <a:ext uri="{FF2B5EF4-FFF2-40B4-BE49-F238E27FC236}">
                <a16:creationId xmlns:a16="http://schemas.microsoft.com/office/drawing/2014/main" id="{8D8B61AA-6CB5-4548-8A30-7092021DB903}"/>
              </a:ext>
            </a:extLst>
          </p:cNvPr>
          <p:cNvSpPr/>
          <p:nvPr userDrawn="1"/>
        </p:nvSpPr>
        <p:spPr>
          <a:xfrm>
            <a:off x="439386" y="6388923"/>
            <a:ext cx="415389" cy="30876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8" name="Freeform 7">
            <a:extLst>
              <a:ext uri="{FF2B5EF4-FFF2-40B4-BE49-F238E27FC236}">
                <a16:creationId xmlns:a16="http://schemas.microsoft.com/office/drawing/2014/main" id="{EA875A86-5D85-5C7E-4BBA-255BDCA14980}"/>
              </a:ext>
            </a:extLst>
          </p:cNvPr>
          <p:cNvSpPr/>
          <p:nvPr userDrawn="1"/>
        </p:nvSpPr>
        <p:spPr>
          <a:xfrm>
            <a:off x="311727" y="310393"/>
            <a:ext cx="5044484" cy="6236208"/>
          </a:xfrm>
          <a:custGeom>
            <a:avLst/>
            <a:gdLst>
              <a:gd name="connsiteX0" fmla="*/ 0 w 5044484"/>
              <a:gd name="connsiteY0" fmla="*/ 0 h 6236208"/>
              <a:gd name="connsiteX1" fmla="*/ 2564520 w 5044484"/>
              <a:gd name="connsiteY1" fmla="*/ 0 h 6236208"/>
              <a:gd name="connsiteX2" fmla="*/ 5044484 w 5044484"/>
              <a:gd name="connsiteY2" fmla="*/ 0 h 6236208"/>
              <a:gd name="connsiteX3" fmla="*/ 2564520 w 5044484"/>
              <a:gd name="connsiteY3" fmla="*/ 6236208 h 6236208"/>
              <a:gd name="connsiteX4" fmla="*/ 0 w 5044484"/>
              <a:gd name="connsiteY4" fmla="*/ 6236208 h 62362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044484" h="6236208">
                <a:moveTo>
                  <a:pt x="0" y="0"/>
                </a:moveTo>
                <a:lnTo>
                  <a:pt x="2564520" y="0"/>
                </a:lnTo>
                <a:lnTo>
                  <a:pt x="5044484" y="0"/>
                </a:lnTo>
                <a:lnTo>
                  <a:pt x="2564520" y="6236208"/>
                </a:lnTo>
                <a:lnTo>
                  <a:pt x="0" y="6236208"/>
                </a:lnTo>
                <a:close/>
              </a:path>
            </a:pathLst>
          </a:custGeom>
          <a:blipFill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5" name="Text Placeholder 9">
            <a:extLst>
              <a:ext uri="{FF2B5EF4-FFF2-40B4-BE49-F238E27FC236}">
                <a16:creationId xmlns:a16="http://schemas.microsoft.com/office/drawing/2014/main" id="{70ADC456-B1CB-A1C1-5444-9EAD99C90DD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 bwMode="gray">
          <a:xfrm>
            <a:off x="5084532" y="1104886"/>
            <a:ext cx="6571596" cy="2374953"/>
          </a:xfrm>
          <a:noFill/>
        </p:spPr>
        <p:txBody>
          <a:bodyPr wrap="square" lIns="91440" tIns="0" rIns="91440" bIns="0" anchor="b" anchorCtr="0">
            <a:noAutofit/>
          </a:bodyPr>
          <a:lstStyle>
            <a:lvl1pPr marL="0" indent="0" algn="l">
              <a:lnSpc>
                <a:spcPct val="100000"/>
              </a:lnSpc>
              <a:spcBef>
                <a:spcPts val="200"/>
              </a:spcBef>
              <a:spcAft>
                <a:spcPts val="800"/>
              </a:spcAft>
              <a:buFont typeface="Arial" panose="020B0604020202020204" pitchFamily="34" charset="0"/>
              <a:buChar char="​"/>
              <a:tabLst>
                <a:tab pos="457200" algn="l"/>
              </a:tabLst>
              <a:defRPr sz="3600" b="1">
                <a:solidFill>
                  <a:schemeClr val="tx1"/>
                </a:solidFill>
              </a:defRPr>
            </a:lvl1pPr>
            <a:lvl2pPr marL="0" indent="0" algn="l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Font typeface="Arial" panose="020B0604020202020204" pitchFamily="34" charset="0"/>
              <a:buChar char="​"/>
              <a:defRPr sz="2400" b="0">
                <a:solidFill>
                  <a:schemeClr val="bg1"/>
                </a:solidFill>
              </a:defRPr>
            </a:lvl2pPr>
            <a:lvl3pPr marL="0" indent="0" algn="l">
              <a:lnSpc>
                <a:spcPct val="100000"/>
              </a:lnSpc>
              <a:spcBef>
                <a:spcPts val="600"/>
              </a:spcBef>
              <a:spcAft>
                <a:spcPts val="800"/>
              </a:spcAft>
              <a:buFont typeface="Arial" panose="020B0604020202020204" pitchFamily="34" charset="0"/>
              <a:buChar char="​"/>
              <a:defRPr sz="1800" b="1">
                <a:solidFill>
                  <a:schemeClr val="bg1">
                    <a:lumMod val="85000"/>
                  </a:schemeClr>
                </a:solidFill>
              </a:defRPr>
            </a:lvl3pPr>
            <a:lvl4pPr marL="0" indent="0" algn="l">
              <a:lnSpc>
                <a:spcPct val="100000"/>
              </a:lnSpc>
              <a:spcBef>
                <a:spcPts val="200"/>
              </a:spcBef>
              <a:spcAft>
                <a:spcPts val="800"/>
              </a:spcAft>
              <a:buFont typeface="Arial" panose="020B0604020202020204" pitchFamily="34" charset="0"/>
              <a:buChar char="​"/>
              <a:defRPr sz="1800" b="0">
                <a:solidFill>
                  <a:schemeClr val="bg1">
                    <a:lumMod val="85000"/>
                  </a:schemeClr>
                </a:solidFill>
              </a:defRPr>
            </a:lvl4pPr>
            <a:lvl5pPr marL="0" indent="0" algn="l">
              <a:lnSpc>
                <a:spcPct val="100000"/>
              </a:lnSpc>
              <a:spcBef>
                <a:spcPts val="200"/>
              </a:spcBef>
              <a:spcAft>
                <a:spcPts val="800"/>
              </a:spcAft>
              <a:buFont typeface="Arial" panose="020B0604020202020204" pitchFamily="34" charset="0"/>
              <a:buChar char="​"/>
              <a:defRPr sz="1800" b="0">
                <a:solidFill>
                  <a:schemeClr val="bg1">
                    <a:lumMod val="85000"/>
                  </a:schemeClr>
                </a:solidFill>
              </a:defRPr>
            </a:lvl5pPr>
            <a:lvl6pPr marL="0" indent="0" algn="ctr">
              <a:lnSpc>
                <a:spcPct val="85000"/>
              </a:lnSpc>
              <a:spcBef>
                <a:spcPts val="200"/>
              </a:spcBef>
              <a:spcAft>
                <a:spcPts val="200"/>
              </a:spcAft>
              <a:buFont typeface="Arial" panose="020B0604020202020204" pitchFamily="34" charset="0"/>
              <a:buChar char="​"/>
              <a:defRPr sz="1400" b="0">
                <a:solidFill>
                  <a:schemeClr val="bg1"/>
                </a:solidFill>
              </a:defRPr>
            </a:lvl6pPr>
            <a:lvl7pPr marL="0" indent="0" algn="ctr">
              <a:lnSpc>
                <a:spcPct val="85000"/>
              </a:lnSpc>
              <a:spcBef>
                <a:spcPts val="200"/>
              </a:spcBef>
              <a:spcAft>
                <a:spcPts val="200"/>
              </a:spcAft>
              <a:buFont typeface="Arial" panose="020B0604020202020204" pitchFamily="34" charset="0"/>
              <a:buChar char="​"/>
              <a:defRPr sz="1400" b="0">
                <a:solidFill>
                  <a:schemeClr val="bg1"/>
                </a:solidFill>
              </a:defRPr>
            </a:lvl7pPr>
            <a:lvl8pPr marL="0" indent="0" algn="ctr">
              <a:lnSpc>
                <a:spcPct val="85000"/>
              </a:lnSpc>
              <a:spcBef>
                <a:spcPts val="200"/>
              </a:spcBef>
              <a:spcAft>
                <a:spcPts val="200"/>
              </a:spcAft>
              <a:buFont typeface="Arial" panose="020B0604020202020204" pitchFamily="34" charset="0"/>
              <a:buChar char="​"/>
              <a:defRPr sz="1400" b="0">
                <a:solidFill>
                  <a:schemeClr val="bg1"/>
                </a:solidFill>
              </a:defRPr>
            </a:lvl8pPr>
            <a:lvl9pPr marL="0" indent="0" algn="ctr">
              <a:lnSpc>
                <a:spcPct val="85000"/>
              </a:lnSpc>
              <a:spcBef>
                <a:spcPts val="200"/>
              </a:spcBef>
              <a:spcAft>
                <a:spcPts val="200"/>
              </a:spcAft>
              <a:buFont typeface="Arial" panose="020B0604020202020204" pitchFamily="34" charset="0"/>
              <a:buChar char="​"/>
              <a:defRPr sz="1400" b="0">
                <a:solidFill>
                  <a:schemeClr val="bg1"/>
                </a:solidFill>
              </a:defRPr>
            </a:lvl9pPr>
          </a:lstStyle>
          <a:p>
            <a:pPr lvl="0"/>
            <a:r>
              <a:rPr lang="en-US" dirty="0"/>
              <a:t>Presentation Title Multiple Line Title Length</a:t>
            </a:r>
          </a:p>
        </p:txBody>
      </p:sp>
      <p:sp>
        <p:nvSpPr>
          <p:cNvPr id="6" name="Text Placeholder 9">
            <a:extLst>
              <a:ext uri="{FF2B5EF4-FFF2-40B4-BE49-F238E27FC236}">
                <a16:creationId xmlns:a16="http://schemas.microsoft.com/office/drawing/2014/main" id="{83EA9DBF-3431-D988-62BF-B332F399ADF7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 bwMode="gray">
          <a:xfrm>
            <a:off x="5084532" y="3659760"/>
            <a:ext cx="6571596" cy="1269714"/>
          </a:xfrm>
          <a:noFill/>
        </p:spPr>
        <p:txBody>
          <a:bodyPr wrap="square" lIns="91440" tIns="0" rIns="91440" bIns="0" anchor="t" anchorCtr="0">
            <a:noAutofit/>
          </a:bodyPr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​"/>
              <a:tabLst>
                <a:tab pos="457200" algn="l"/>
              </a:tabLst>
              <a:defRPr sz="2500" b="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0" indent="0" algn="l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Font typeface="Arial" panose="020B0604020202020204" pitchFamily="34" charset="0"/>
              <a:buChar char="​"/>
              <a:defRPr sz="2400" b="0">
                <a:solidFill>
                  <a:schemeClr val="bg1"/>
                </a:solidFill>
              </a:defRPr>
            </a:lvl2pPr>
            <a:lvl3pPr marL="0" indent="0" algn="l">
              <a:lnSpc>
                <a:spcPct val="100000"/>
              </a:lnSpc>
              <a:spcBef>
                <a:spcPts val="600"/>
              </a:spcBef>
              <a:spcAft>
                <a:spcPts val="800"/>
              </a:spcAft>
              <a:buFont typeface="Arial" panose="020B0604020202020204" pitchFamily="34" charset="0"/>
              <a:buChar char="​"/>
              <a:defRPr sz="1800" b="1">
                <a:solidFill>
                  <a:schemeClr val="bg1">
                    <a:lumMod val="85000"/>
                  </a:schemeClr>
                </a:solidFill>
              </a:defRPr>
            </a:lvl3pPr>
            <a:lvl4pPr marL="0" indent="0" algn="l">
              <a:lnSpc>
                <a:spcPct val="100000"/>
              </a:lnSpc>
              <a:spcBef>
                <a:spcPts val="200"/>
              </a:spcBef>
              <a:spcAft>
                <a:spcPts val="800"/>
              </a:spcAft>
              <a:buFont typeface="Arial" panose="020B0604020202020204" pitchFamily="34" charset="0"/>
              <a:buChar char="​"/>
              <a:defRPr sz="1800" b="0">
                <a:solidFill>
                  <a:schemeClr val="bg1">
                    <a:lumMod val="85000"/>
                  </a:schemeClr>
                </a:solidFill>
              </a:defRPr>
            </a:lvl4pPr>
            <a:lvl5pPr marL="0" indent="0" algn="l">
              <a:lnSpc>
                <a:spcPct val="100000"/>
              </a:lnSpc>
              <a:spcBef>
                <a:spcPts val="200"/>
              </a:spcBef>
              <a:spcAft>
                <a:spcPts val="800"/>
              </a:spcAft>
              <a:buFont typeface="Arial" panose="020B0604020202020204" pitchFamily="34" charset="0"/>
              <a:buChar char="​"/>
              <a:defRPr sz="1800" b="0">
                <a:solidFill>
                  <a:schemeClr val="bg1">
                    <a:lumMod val="85000"/>
                  </a:schemeClr>
                </a:solidFill>
              </a:defRPr>
            </a:lvl5pPr>
            <a:lvl6pPr marL="0" indent="0" algn="ctr">
              <a:lnSpc>
                <a:spcPct val="85000"/>
              </a:lnSpc>
              <a:spcBef>
                <a:spcPts val="200"/>
              </a:spcBef>
              <a:spcAft>
                <a:spcPts val="200"/>
              </a:spcAft>
              <a:buFont typeface="Arial" panose="020B0604020202020204" pitchFamily="34" charset="0"/>
              <a:buChar char="​"/>
              <a:defRPr sz="1400" b="0">
                <a:solidFill>
                  <a:schemeClr val="bg1"/>
                </a:solidFill>
              </a:defRPr>
            </a:lvl6pPr>
            <a:lvl7pPr marL="0" indent="0" algn="ctr">
              <a:lnSpc>
                <a:spcPct val="85000"/>
              </a:lnSpc>
              <a:spcBef>
                <a:spcPts val="200"/>
              </a:spcBef>
              <a:spcAft>
                <a:spcPts val="200"/>
              </a:spcAft>
              <a:buFont typeface="Arial" panose="020B0604020202020204" pitchFamily="34" charset="0"/>
              <a:buChar char="​"/>
              <a:defRPr sz="1400" b="0">
                <a:solidFill>
                  <a:schemeClr val="bg1"/>
                </a:solidFill>
              </a:defRPr>
            </a:lvl7pPr>
            <a:lvl8pPr marL="0" indent="0" algn="ctr">
              <a:lnSpc>
                <a:spcPct val="85000"/>
              </a:lnSpc>
              <a:spcBef>
                <a:spcPts val="200"/>
              </a:spcBef>
              <a:spcAft>
                <a:spcPts val="200"/>
              </a:spcAft>
              <a:buFont typeface="Arial" panose="020B0604020202020204" pitchFamily="34" charset="0"/>
              <a:buChar char="​"/>
              <a:defRPr sz="1400" b="0">
                <a:solidFill>
                  <a:schemeClr val="bg1"/>
                </a:solidFill>
              </a:defRPr>
            </a:lvl8pPr>
            <a:lvl9pPr marL="0" indent="0" algn="ctr">
              <a:lnSpc>
                <a:spcPct val="85000"/>
              </a:lnSpc>
              <a:spcBef>
                <a:spcPts val="200"/>
              </a:spcBef>
              <a:spcAft>
                <a:spcPts val="200"/>
              </a:spcAft>
              <a:buFont typeface="Arial" panose="020B0604020202020204" pitchFamily="34" charset="0"/>
              <a:buChar char="​"/>
              <a:defRPr sz="1400" b="0">
                <a:solidFill>
                  <a:schemeClr val="bg1"/>
                </a:solidFill>
              </a:defRPr>
            </a:lvl9pPr>
          </a:lstStyle>
          <a:p>
            <a:r>
              <a:rPr lang="en-US" dirty="0">
                <a:effectLst/>
                <a:latin typeface="Arial" panose="020B0604020202020204" pitchFamily="34" charset="0"/>
              </a:rPr>
              <a:t>Subtitle Placeholder Multiple Line Title </a:t>
            </a:r>
            <a:br>
              <a:rPr lang="en-US" dirty="0">
                <a:effectLst/>
                <a:latin typeface="Arial" panose="020B0604020202020204" pitchFamily="34" charset="0"/>
              </a:rPr>
            </a:br>
            <a:r>
              <a:rPr lang="en-US" dirty="0">
                <a:effectLst/>
                <a:latin typeface="Arial" panose="020B0604020202020204" pitchFamily="34" charset="0"/>
              </a:rPr>
              <a:t>Length Which Extends To Two Lines</a:t>
            </a:r>
          </a:p>
        </p:txBody>
      </p:sp>
      <p:sp>
        <p:nvSpPr>
          <p:cNvPr id="7" name="Text Placeholder 9">
            <a:extLst>
              <a:ext uri="{FF2B5EF4-FFF2-40B4-BE49-F238E27FC236}">
                <a16:creationId xmlns:a16="http://schemas.microsoft.com/office/drawing/2014/main" id="{7EC4C8CB-0017-9907-9E53-DD1A1BF74D2D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 bwMode="gray">
          <a:xfrm>
            <a:off x="5084532" y="5109396"/>
            <a:ext cx="6571596" cy="643718"/>
          </a:xfrm>
          <a:noFill/>
        </p:spPr>
        <p:txBody>
          <a:bodyPr wrap="square" lIns="91440" tIns="0" rIns="91440" bIns="0" anchor="b" anchorCtr="0">
            <a:noAutofit/>
          </a:bodyPr>
          <a:lstStyle>
            <a:lvl1pPr marL="0" indent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Font typeface="Arial" panose="020B0604020202020204" pitchFamily="34" charset="0"/>
              <a:buChar char="​"/>
              <a:tabLst>
                <a:tab pos="457200" algn="l"/>
              </a:tabLst>
              <a:defRPr sz="1800" b="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0" indent="0" algn="l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Font typeface="Arial" panose="020B0604020202020204" pitchFamily="34" charset="0"/>
              <a:buChar char="​"/>
              <a:defRPr sz="2400" b="0">
                <a:solidFill>
                  <a:schemeClr val="bg1"/>
                </a:solidFill>
              </a:defRPr>
            </a:lvl2pPr>
            <a:lvl3pPr marL="0" indent="0" algn="l">
              <a:lnSpc>
                <a:spcPct val="100000"/>
              </a:lnSpc>
              <a:spcBef>
                <a:spcPts val="600"/>
              </a:spcBef>
              <a:spcAft>
                <a:spcPts val="800"/>
              </a:spcAft>
              <a:buFont typeface="Arial" panose="020B0604020202020204" pitchFamily="34" charset="0"/>
              <a:buChar char="​"/>
              <a:defRPr sz="1800" b="1">
                <a:solidFill>
                  <a:schemeClr val="bg1">
                    <a:lumMod val="85000"/>
                  </a:schemeClr>
                </a:solidFill>
              </a:defRPr>
            </a:lvl3pPr>
            <a:lvl4pPr marL="0" indent="0" algn="l">
              <a:lnSpc>
                <a:spcPct val="100000"/>
              </a:lnSpc>
              <a:spcBef>
                <a:spcPts val="200"/>
              </a:spcBef>
              <a:spcAft>
                <a:spcPts val="800"/>
              </a:spcAft>
              <a:buFont typeface="Arial" panose="020B0604020202020204" pitchFamily="34" charset="0"/>
              <a:buNone/>
              <a:defRPr sz="1800" b="0">
                <a:solidFill>
                  <a:schemeClr val="bg1">
                    <a:lumMod val="85000"/>
                  </a:schemeClr>
                </a:solidFill>
              </a:defRPr>
            </a:lvl4pPr>
            <a:lvl5pPr marL="0" indent="0" algn="l">
              <a:lnSpc>
                <a:spcPct val="100000"/>
              </a:lnSpc>
              <a:spcBef>
                <a:spcPts val="200"/>
              </a:spcBef>
              <a:spcAft>
                <a:spcPts val="800"/>
              </a:spcAft>
              <a:buFont typeface="Arial" panose="020B0604020202020204" pitchFamily="34" charset="0"/>
              <a:buChar char="​"/>
              <a:defRPr sz="1800" b="0">
                <a:solidFill>
                  <a:schemeClr val="bg1">
                    <a:lumMod val="85000"/>
                  </a:schemeClr>
                </a:solidFill>
              </a:defRPr>
            </a:lvl5pPr>
            <a:lvl6pPr marL="0" indent="0" algn="ctr">
              <a:lnSpc>
                <a:spcPct val="85000"/>
              </a:lnSpc>
              <a:spcBef>
                <a:spcPts val="200"/>
              </a:spcBef>
              <a:spcAft>
                <a:spcPts val="200"/>
              </a:spcAft>
              <a:buFont typeface="Arial" panose="020B0604020202020204" pitchFamily="34" charset="0"/>
              <a:buChar char="​"/>
              <a:defRPr sz="1400" b="0">
                <a:solidFill>
                  <a:schemeClr val="bg1"/>
                </a:solidFill>
              </a:defRPr>
            </a:lvl6pPr>
            <a:lvl7pPr marL="0" indent="0" algn="ctr">
              <a:lnSpc>
                <a:spcPct val="85000"/>
              </a:lnSpc>
              <a:spcBef>
                <a:spcPts val="200"/>
              </a:spcBef>
              <a:spcAft>
                <a:spcPts val="200"/>
              </a:spcAft>
              <a:buFont typeface="Arial" panose="020B0604020202020204" pitchFamily="34" charset="0"/>
              <a:buChar char="​"/>
              <a:defRPr sz="1400" b="0">
                <a:solidFill>
                  <a:schemeClr val="bg1"/>
                </a:solidFill>
              </a:defRPr>
            </a:lvl7pPr>
            <a:lvl8pPr marL="0" indent="0" algn="ctr">
              <a:lnSpc>
                <a:spcPct val="85000"/>
              </a:lnSpc>
              <a:spcBef>
                <a:spcPts val="200"/>
              </a:spcBef>
              <a:spcAft>
                <a:spcPts val="200"/>
              </a:spcAft>
              <a:buFont typeface="Arial" panose="020B0604020202020204" pitchFamily="34" charset="0"/>
              <a:buChar char="​"/>
              <a:defRPr sz="1400" b="0">
                <a:solidFill>
                  <a:schemeClr val="bg1"/>
                </a:solidFill>
              </a:defRPr>
            </a:lvl8pPr>
            <a:lvl9pPr marL="0" indent="0" algn="ctr">
              <a:lnSpc>
                <a:spcPct val="85000"/>
              </a:lnSpc>
              <a:spcBef>
                <a:spcPts val="200"/>
              </a:spcBef>
              <a:spcAft>
                <a:spcPts val="200"/>
              </a:spcAft>
              <a:buFont typeface="Arial" panose="020B0604020202020204" pitchFamily="34" charset="0"/>
              <a:buChar char="​"/>
              <a:defRPr sz="1400" b="0">
                <a:solidFill>
                  <a:schemeClr val="bg1"/>
                </a:solidFill>
              </a:defRPr>
            </a:lvl9pPr>
          </a:lstStyle>
          <a:p>
            <a:r>
              <a:rPr lang="en-US" b="1" dirty="0">
                <a:effectLst/>
                <a:latin typeface="Arial" panose="020B0604020202020204" pitchFamily="34" charset="0"/>
              </a:rPr>
              <a:t>Presenter Name</a:t>
            </a:r>
            <a:r>
              <a:rPr lang="en-US" dirty="0">
                <a:effectLst/>
                <a:latin typeface="Arial" panose="020B0604020202020204" pitchFamily="34" charset="0"/>
              </a:rPr>
              <a:t>, Presenter Title </a:t>
            </a:r>
            <a:br>
              <a:rPr lang="en-US" dirty="0">
                <a:effectLst/>
                <a:latin typeface="Arial" panose="020B0604020202020204" pitchFamily="34" charset="0"/>
              </a:rPr>
            </a:br>
            <a:r>
              <a:rPr lang="en-US" dirty="0">
                <a:effectLst/>
                <a:latin typeface="Arial" panose="020B0604020202020204" pitchFamily="34" charset="0"/>
              </a:rPr>
              <a:t>Month #, Year</a:t>
            </a:r>
          </a:p>
        </p:txBody>
      </p:sp>
      <p:pic>
        <p:nvPicPr>
          <p:cNvPr id="9" name="Graphic 8">
            <a:extLst>
              <a:ext uri="{FF2B5EF4-FFF2-40B4-BE49-F238E27FC236}">
                <a16:creationId xmlns:a16="http://schemas.microsoft.com/office/drawing/2014/main" id="{BF306867-C049-EB4B-AB58-FB6277A036E4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62365" y="1178597"/>
            <a:ext cx="3587345" cy="1122393"/>
          </a:xfrm>
          <a:prstGeom prst="rect">
            <a:avLst/>
          </a:prstGeom>
        </p:spPr>
      </p:pic>
      <p:sp>
        <p:nvSpPr>
          <p:cNvPr id="14" name="Date Placeholder 12">
            <a:extLst>
              <a:ext uri="{FF2B5EF4-FFF2-40B4-BE49-F238E27FC236}">
                <a16:creationId xmlns:a16="http://schemas.microsoft.com/office/drawing/2014/main" id="{D139695B-14D8-C7F7-16E2-027BBE7D1E6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405247" y="6218678"/>
            <a:ext cx="239290" cy="123111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00">
                <a:solidFill>
                  <a:schemeClr val="bg1"/>
                </a:solidFill>
              </a:defRPr>
            </a:lvl1pPr>
          </a:lstStyle>
          <a:p>
            <a:fld id="{BD93D066-653E-584C-A70F-7A37DE64DEDE}" type="datetimeyyyy">
              <a:rPr lang="en-PH" smtClean="0"/>
              <a:pPr/>
              <a:t>2026</a:t>
            </a:fld>
            <a:endParaRPr lang="en-US" dirty="0"/>
          </a:p>
        </p:txBody>
      </p:sp>
      <p:sp>
        <p:nvSpPr>
          <p:cNvPr id="15" name="Date Placeholder 12">
            <a:extLst>
              <a:ext uri="{FF2B5EF4-FFF2-40B4-BE49-F238E27FC236}">
                <a16:creationId xmlns:a16="http://schemas.microsoft.com/office/drawing/2014/main" id="{A6581F79-4773-F554-C5BB-6FECFBCFF9CD}"/>
              </a:ext>
            </a:extLst>
          </p:cNvPr>
          <p:cNvSpPr txBox="1">
            <a:spLocks/>
          </p:cNvSpPr>
          <p:nvPr userDrawn="1"/>
        </p:nvSpPr>
        <p:spPr>
          <a:xfrm>
            <a:off x="829628" y="6218678"/>
            <a:ext cx="558902" cy="123111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>
            <a:defPPr>
              <a:defRPr lang="en-US"/>
            </a:defPPr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00" kern="120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bg1"/>
                </a:solidFill>
              </a:rPr>
              <a:t>Copyright ©</a:t>
            </a:r>
          </a:p>
        </p:txBody>
      </p:sp>
      <p:sp>
        <p:nvSpPr>
          <p:cNvPr id="16" name="Date Placeholder 12">
            <a:extLst>
              <a:ext uri="{FF2B5EF4-FFF2-40B4-BE49-F238E27FC236}">
                <a16:creationId xmlns:a16="http://schemas.microsoft.com/office/drawing/2014/main" id="{703AAF2D-116B-D587-2255-84474B894073}"/>
              </a:ext>
            </a:extLst>
          </p:cNvPr>
          <p:cNvSpPr txBox="1">
            <a:spLocks/>
          </p:cNvSpPr>
          <p:nvPr userDrawn="1"/>
        </p:nvSpPr>
        <p:spPr>
          <a:xfrm>
            <a:off x="1667987" y="6218678"/>
            <a:ext cx="985957" cy="123111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>
            <a:defPPr>
              <a:defRPr lang="en-US"/>
            </a:defPPr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00" kern="120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bg1"/>
                </a:solidFill>
              </a:rPr>
              <a:t>Actian Corporation</a:t>
            </a:r>
          </a:p>
        </p:txBody>
      </p:sp>
    </p:spTree>
    <p:extLst>
      <p:ext uri="{BB962C8B-B14F-4D97-AF65-F5344CB8AC3E}">
        <p14:creationId xmlns:p14="http://schemas.microsoft.com/office/powerpoint/2010/main" val="97653441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3612" userDrawn="1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3_Titl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33B2D26A-1641-EA46-BA7A-35D7C54DB8DE}"/>
              </a:ext>
            </a:extLst>
          </p:cNvPr>
          <p:cNvSpPr/>
          <p:nvPr/>
        </p:nvSpPr>
        <p:spPr>
          <a:xfrm>
            <a:off x="311727" y="310394"/>
            <a:ext cx="11565346" cy="6235879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8" name="Freeform 7">
            <a:extLst>
              <a:ext uri="{FF2B5EF4-FFF2-40B4-BE49-F238E27FC236}">
                <a16:creationId xmlns:a16="http://schemas.microsoft.com/office/drawing/2014/main" id="{02CE61BD-6F58-AC6C-BBCB-7BA5E6368423}"/>
              </a:ext>
            </a:extLst>
          </p:cNvPr>
          <p:cNvSpPr/>
          <p:nvPr userDrawn="1"/>
        </p:nvSpPr>
        <p:spPr>
          <a:xfrm>
            <a:off x="311728" y="310393"/>
            <a:ext cx="5044484" cy="6236208"/>
          </a:xfrm>
          <a:custGeom>
            <a:avLst/>
            <a:gdLst>
              <a:gd name="connsiteX0" fmla="*/ 0 w 5044484"/>
              <a:gd name="connsiteY0" fmla="*/ 0 h 6236208"/>
              <a:gd name="connsiteX1" fmla="*/ 2564520 w 5044484"/>
              <a:gd name="connsiteY1" fmla="*/ 0 h 6236208"/>
              <a:gd name="connsiteX2" fmla="*/ 5044484 w 5044484"/>
              <a:gd name="connsiteY2" fmla="*/ 0 h 6236208"/>
              <a:gd name="connsiteX3" fmla="*/ 2564520 w 5044484"/>
              <a:gd name="connsiteY3" fmla="*/ 6236208 h 6236208"/>
              <a:gd name="connsiteX4" fmla="*/ 0 w 5044484"/>
              <a:gd name="connsiteY4" fmla="*/ 6236208 h 62362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044484" h="6236208">
                <a:moveTo>
                  <a:pt x="0" y="0"/>
                </a:moveTo>
                <a:lnTo>
                  <a:pt x="2564520" y="0"/>
                </a:lnTo>
                <a:lnTo>
                  <a:pt x="5044484" y="0"/>
                </a:lnTo>
                <a:lnTo>
                  <a:pt x="2564520" y="6236208"/>
                </a:lnTo>
                <a:lnTo>
                  <a:pt x="0" y="6236208"/>
                </a:lnTo>
                <a:close/>
              </a:path>
            </a:pathLst>
          </a:custGeom>
          <a:blipFill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1" name="Text Placeholder 9">
            <a:extLst>
              <a:ext uri="{FF2B5EF4-FFF2-40B4-BE49-F238E27FC236}">
                <a16:creationId xmlns:a16="http://schemas.microsoft.com/office/drawing/2014/main" id="{625E5CA4-1F43-3217-A476-80B6AC359DA3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 bwMode="gray">
          <a:xfrm>
            <a:off x="5084532" y="1104886"/>
            <a:ext cx="6571596" cy="2374953"/>
          </a:xfrm>
          <a:noFill/>
        </p:spPr>
        <p:txBody>
          <a:bodyPr wrap="square" lIns="91440" tIns="0" rIns="91440" bIns="0" anchor="b" anchorCtr="0">
            <a:noAutofit/>
          </a:bodyPr>
          <a:lstStyle>
            <a:lvl1pPr marL="0" indent="0" algn="l">
              <a:lnSpc>
                <a:spcPct val="100000"/>
              </a:lnSpc>
              <a:spcBef>
                <a:spcPts val="200"/>
              </a:spcBef>
              <a:spcAft>
                <a:spcPts val="800"/>
              </a:spcAft>
              <a:buFont typeface="Arial" panose="020B0604020202020204" pitchFamily="34" charset="0"/>
              <a:buChar char="​"/>
              <a:tabLst>
                <a:tab pos="457200" algn="l"/>
              </a:tabLst>
              <a:defRPr sz="3600" b="1">
                <a:solidFill>
                  <a:schemeClr val="tx1"/>
                </a:solidFill>
              </a:defRPr>
            </a:lvl1pPr>
            <a:lvl2pPr marL="0" indent="0" algn="l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Font typeface="Arial" panose="020B0604020202020204" pitchFamily="34" charset="0"/>
              <a:buChar char="​"/>
              <a:defRPr sz="2400" b="0">
                <a:solidFill>
                  <a:schemeClr val="bg1"/>
                </a:solidFill>
              </a:defRPr>
            </a:lvl2pPr>
            <a:lvl3pPr marL="0" indent="0" algn="l">
              <a:lnSpc>
                <a:spcPct val="100000"/>
              </a:lnSpc>
              <a:spcBef>
                <a:spcPts val="600"/>
              </a:spcBef>
              <a:spcAft>
                <a:spcPts val="800"/>
              </a:spcAft>
              <a:buFont typeface="Arial" panose="020B0604020202020204" pitchFamily="34" charset="0"/>
              <a:buChar char="​"/>
              <a:defRPr sz="1800" b="1">
                <a:solidFill>
                  <a:schemeClr val="bg1">
                    <a:lumMod val="85000"/>
                  </a:schemeClr>
                </a:solidFill>
              </a:defRPr>
            </a:lvl3pPr>
            <a:lvl4pPr marL="0" indent="0" algn="l">
              <a:lnSpc>
                <a:spcPct val="100000"/>
              </a:lnSpc>
              <a:spcBef>
                <a:spcPts val="200"/>
              </a:spcBef>
              <a:spcAft>
                <a:spcPts val="800"/>
              </a:spcAft>
              <a:buFont typeface="Arial" panose="020B0604020202020204" pitchFamily="34" charset="0"/>
              <a:buChar char="​"/>
              <a:defRPr sz="1800" b="0">
                <a:solidFill>
                  <a:schemeClr val="bg1">
                    <a:lumMod val="85000"/>
                  </a:schemeClr>
                </a:solidFill>
              </a:defRPr>
            </a:lvl4pPr>
            <a:lvl5pPr marL="0" indent="0" algn="l">
              <a:lnSpc>
                <a:spcPct val="100000"/>
              </a:lnSpc>
              <a:spcBef>
                <a:spcPts val="200"/>
              </a:spcBef>
              <a:spcAft>
                <a:spcPts val="800"/>
              </a:spcAft>
              <a:buFont typeface="Arial" panose="020B0604020202020204" pitchFamily="34" charset="0"/>
              <a:buChar char="​"/>
              <a:defRPr sz="1800" b="0">
                <a:solidFill>
                  <a:schemeClr val="bg1">
                    <a:lumMod val="85000"/>
                  </a:schemeClr>
                </a:solidFill>
              </a:defRPr>
            </a:lvl5pPr>
            <a:lvl6pPr marL="0" indent="0" algn="ctr">
              <a:lnSpc>
                <a:spcPct val="85000"/>
              </a:lnSpc>
              <a:spcBef>
                <a:spcPts val="200"/>
              </a:spcBef>
              <a:spcAft>
                <a:spcPts val="200"/>
              </a:spcAft>
              <a:buFont typeface="Arial" panose="020B0604020202020204" pitchFamily="34" charset="0"/>
              <a:buChar char="​"/>
              <a:defRPr sz="1400" b="0">
                <a:solidFill>
                  <a:schemeClr val="bg1"/>
                </a:solidFill>
              </a:defRPr>
            </a:lvl6pPr>
            <a:lvl7pPr marL="0" indent="0" algn="ctr">
              <a:lnSpc>
                <a:spcPct val="85000"/>
              </a:lnSpc>
              <a:spcBef>
                <a:spcPts val="200"/>
              </a:spcBef>
              <a:spcAft>
                <a:spcPts val="200"/>
              </a:spcAft>
              <a:buFont typeface="Arial" panose="020B0604020202020204" pitchFamily="34" charset="0"/>
              <a:buChar char="​"/>
              <a:defRPr sz="1400" b="0">
                <a:solidFill>
                  <a:schemeClr val="bg1"/>
                </a:solidFill>
              </a:defRPr>
            </a:lvl7pPr>
            <a:lvl8pPr marL="0" indent="0" algn="ctr">
              <a:lnSpc>
                <a:spcPct val="85000"/>
              </a:lnSpc>
              <a:spcBef>
                <a:spcPts val="200"/>
              </a:spcBef>
              <a:spcAft>
                <a:spcPts val="200"/>
              </a:spcAft>
              <a:buFont typeface="Arial" panose="020B0604020202020204" pitchFamily="34" charset="0"/>
              <a:buChar char="​"/>
              <a:defRPr sz="1400" b="0">
                <a:solidFill>
                  <a:schemeClr val="bg1"/>
                </a:solidFill>
              </a:defRPr>
            </a:lvl8pPr>
            <a:lvl9pPr marL="0" indent="0" algn="ctr">
              <a:lnSpc>
                <a:spcPct val="85000"/>
              </a:lnSpc>
              <a:spcBef>
                <a:spcPts val="200"/>
              </a:spcBef>
              <a:spcAft>
                <a:spcPts val="200"/>
              </a:spcAft>
              <a:buFont typeface="Arial" panose="020B0604020202020204" pitchFamily="34" charset="0"/>
              <a:buChar char="​"/>
              <a:defRPr sz="1400" b="0">
                <a:solidFill>
                  <a:schemeClr val="bg1"/>
                </a:solidFill>
              </a:defRPr>
            </a:lvl9pPr>
          </a:lstStyle>
          <a:p>
            <a:pPr lvl="0"/>
            <a:r>
              <a:rPr lang="en-US" dirty="0"/>
              <a:t>Presentation Title Multiple Line Title Length</a:t>
            </a:r>
          </a:p>
        </p:txBody>
      </p:sp>
      <p:sp>
        <p:nvSpPr>
          <p:cNvPr id="22" name="Text Placeholder 9">
            <a:extLst>
              <a:ext uri="{FF2B5EF4-FFF2-40B4-BE49-F238E27FC236}">
                <a16:creationId xmlns:a16="http://schemas.microsoft.com/office/drawing/2014/main" id="{D1C4A806-DCA9-62B0-6B36-A091C5EE44DD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 bwMode="gray">
          <a:xfrm>
            <a:off x="5084532" y="3659760"/>
            <a:ext cx="6571596" cy="1269714"/>
          </a:xfrm>
          <a:noFill/>
        </p:spPr>
        <p:txBody>
          <a:bodyPr wrap="square" lIns="91440" tIns="0" rIns="91440" bIns="0" anchor="t" anchorCtr="0">
            <a:noAutofit/>
          </a:bodyPr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​"/>
              <a:tabLst>
                <a:tab pos="457200" algn="l"/>
              </a:tabLst>
              <a:defRPr sz="2500" b="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0" indent="0" algn="l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Font typeface="Arial" panose="020B0604020202020204" pitchFamily="34" charset="0"/>
              <a:buChar char="​"/>
              <a:defRPr sz="2400" b="0">
                <a:solidFill>
                  <a:schemeClr val="bg1"/>
                </a:solidFill>
              </a:defRPr>
            </a:lvl2pPr>
            <a:lvl3pPr marL="0" indent="0" algn="l">
              <a:lnSpc>
                <a:spcPct val="100000"/>
              </a:lnSpc>
              <a:spcBef>
                <a:spcPts val="600"/>
              </a:spcBef>
              <a:spcAft>
                <a:spcPts val="800"/>
              </a:spcAft>
              <a:buFont typeface="Arial" panose="020B0604020202020204" pitchFamily="34" charset="0"/>
              <a:buChar char="​"/>
              <a:defRPr sz="1800" b="1">
                <a:solidFill>
                  <a:schemeClr val="bg1">
                    <a:lumMod val="85000"/>
                  </a:schemeClr>
                </a:solidFill>
              </a:defRPr>
            </a:lvl3pPr>
            <a:lvl4pPr marL="0" indent="0" algn="l">
              <a:lnSpc>
                <a:spcPct val="100000"/>
              </a:lnSpc>
              <a:spcBef>
                <a:spcPts val="200"/>
              </a:spcBef>
              <a:spcAft>
                <a:spcPts val="800"/>
              </a:spcAft>
              <a:buFont typeface="Arial" panose="020B0604020202020204" pitchFamily="34" charset="0"/>
              <a:buChar char="​"/>
              <a:defRPr sz="1800" b="0">
                <a:solidFill>
                  <a:schemeClr val="bg1">
                    <a:lumMod val="85000"/>
                  </a:schemeClr>
                </a:solidFill>
              </a:defRPr>
            </a:lvl4pPr>
            <a:lvl5pPr marL="0" indent="0" algn="l">
              <a:lnSpc>
                <a:spcPct val="100000"/>
              </a:lnSpc>
              <a:spcBef>
                <a:spcPts val="200"/>
              </a:spcBef>
              <a:spcAft>
                <a:spcPts val="800"/>
              </a:spcAft>
              <a:buFont typeface="Arial" panose="020B0604020202020204" pitchFamily="34" charset="0"/>
              <a:buChar char="​"/>
              <a:defRPr sz="1800" b="0">
                <a:solidFill>
                  <a:schemeClr val="bg1">
                    <a:lumMod val="85000"/>
                  </a:schemeClr>
                </a:solidFill>
              </a:defRPr>
            </a:lvl5pPr>
            <a:lvl6pPr marL="0" indent="0" algn="ctr">
              <a:lnSpc>
                <a:spcPct val="85000"/>
              </a:lnSpc>
              <a:spcBef>
                <a:spcPts val="200"/>
              </a:spcBef>
              <a:spcAft>
                <a:spcPts val="200"/>
              </a:spcAft>
              <a:buFont typeface="Arial" panose="020B0604020202020204" pitchFamily="34" charset="0"/>
              <a:buChar char="​"/>
              <a:defRPr sz="1400" b="0">
                <a:solidFill>
                  <a:schemeClr val="bg1"/>
                </a:solidFill>
              </a:defRPr>
            </a:lvl6pPr>
            <a:lvl7pPr marL="0" indent="0" algn="ctr">
              <a:lnSpc>
                <a:spcPct val="85000"/>
              </a:lnSpc>
              <a:spcBef>
                <a:spcPts val="200"/>
              </a:spcBef>
              <a:spcAft>
                <a:spcPts val="200"/>
              </a:spcAft>
              <a:buFont typeface="Arial" panose="020B0604020202020204" pitchFamily="34" charset="0"/>
              <a:buChar char="​"/>
              <a:defRPr sz="1400" b="0">
                <a:solidFill>
                  <a:schemeClr val="bg1"/>
                </a:solidFill>
              </a:defRPr>
            </a:lvl7pPr>
            <a:lvl8pPr marL="0" indent="0" algn="ctr">
              <a:lnSpc>
                <a:spcPct val="85000"/>
              </a:lnSpc>
              <a:spcBef>
                <a:spcPts val="200"/>
              </a:spcBef>
              <a:spcAft>
                <a:spcPts val="200"/>
              </a:spcAft>
              <a:buFont typeface="Arial" panose="020B0604020202020204" pitchFamily="34" charset="0"/>
              <a:buChar char="​"/>
              <a:defRPr sz="1400" b="0">
                <a:solidFill>
                  <a:schemeClr val="bg1"/>
                </a:solidFill>
              </a:defRPr>
            </a:lvl8pPr>
            <a:lvl9pPr marL="0" indent="0" algn="ctr">
              <a:lnSpc>
                <a:spcPct val="85000"/>
              </a:lnSpc>
              <a:spcBef>
                <a:spcPts val="200"/>
              </a:spcBef>
              <a:spcAft>
                <a:spcPts val="200"/>
              </a:spcAft>
              <a:buFont typeface="Arial" panose="020B0604020202020204" pitchFamily="34" charset="0"/>
              <a:buChar char="​"/>
              <a:defRPr sz="1400" b="0">
                <a:solidFill>
                  <a:schemeClr val="bg1"/>
                </a:solidFill>
              </a:defRPr>
            </a:lvl9pPr>
          </a:lstStyle>
          <a:p>
            <a:r>
              <a:rPr lang="en-US" dirty="0">
                <a:effectLst/>
                <a:latin typeface="Arial" panose="020B0604020202020204" pitchFamily="34" charset="0"/>
              </a:rPr>
              <a:t>Subtitle Placeholder Multiple Line Title </a:t>
            </a:r>
            <a:br>
              <a:rPr lang="en-US" dirty="0">
                <a:effectLst/>
                <a:latin typeface="Arial" panose="020B0604020202020204" pitchFamily="34" charset="0"/>
              </a:rPr>
            </a:br>
            <a:r>
              <a:rPr lang="en-US" dirty="0">
                <a:effectLst/>
                <a:latin typeface="Arial" panose="020B0604020202020204" pitchFamily="34" charset="0"/>
              </a:rPr>
              <a:t>Length Which Extends To Two Lines</a:t>
            </a:r>
          </a:p>
        </p:txBody>
      </p:sp>
      <p:sp>
        <p:nvSpPr>
          <p:cNvPr id="23" name="Text Placeholder 9">
            <a:extLst>
              <a:ext uri="{FF2B5EF4-FFF2-40B4-BE49-F238E27FC236}">
                <a16:creationId xmlns:a16="http://schemas.microsoft.com/office/drawing/2014/main" id="{DDB6B017-7C86-C9E7-832D-896A4B5BBA05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 bwMode="gray">
          <a:xfrm>
            <a:off x="5084532" y="5109396"/>
            <a:ext cx="6571596" cy="643718"/>
          </a:xfrm>
          <a:noFill/>
        </p:spPr>
        <p:txBody>
          <a:bodyPr wrap="square" lIns="91440" tIns="0" rIns="91440" bIns="0" anchor="b" anchorCtr="0">
            <a:noAutofit/>
          </a:bodyPr>
          <a:lstStyle>
            <a:lvl1pPr marL="0" indent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Font typeface="Arial" panose="020B0604020202020204" pitchFamily="34" charset="0"/>
              <a:buChar char="​"/>
              <a:tabLst>
                <a:tab pos="457200" algn="l"/>
              </a:tabLst>
              <a:defRPr sz="1800" b="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0" indent="0" algn="l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Font typeface="Arial" panose="020B0604020202020204" pitchFamily="34" charset="0"/>
              <a:buChar char="​"/>
              <a:defRPr sz="2400" b="0">
                <a:solidFill>
                  <a:schemeClr val="bg1"/>
                </a:solidFill>
              </a:defRPr>
            </a:lvl2pPr>
            <a:lvl3pPr marL="0" indent="0" algn="l">
              <a:lnSpc>
                <a:spcPct val="100000"/>
              </a:lnSpc>
              <a:spcBef>
                <a:spcPts val="600"/>
              </a:spcBef>
              <a:spcAft>
                <a:spcPts val="800"/>
              </a:spcAft>
              <a:buFont typeface="Arial" panose="020B0604020202020204" pitchFamily="34" charset="0"/>
              <a:buChar char="​"/>
              <a:defRPr sz="1800" b="1">
                <a:solidFill>
                  <a:schemeClr val="bg1">
                    <a:lumMod val="85000"/>
                  </a:schemeClr>
                </a:solidFill>
              </a:defRPr>
            </a:lvl3pPr>
            <a:lvl4pPr marL="0" indent="0" algn="l">
              <a:lnSpc>
                <a:spcPct val="100000"/>
              </a:lnSpc>
              <a:spcBef>
                <a:spcPts val="200"/>
              </a:spcBef>
              <a:spcAft>
                <a:spcPts val="800"/>
              </a:spcAft>
              <a:buFont typeface="Arial" panose="020B0604020202020204" pitchFamily="34" charset="0"/>
              <a:buNone/>
              <a:defRPr sz="1800" b="0">
                <a:solidFill>
                  <a:schemeClr val="bg1">
                    <a:lumMod val="85000"/>
                  </a:schemeClr>
                </a:solidFill>
              </a:defRPr>
            </a:lvl4pPr>
            <a:lvl5pPr marL="0" indent="0" algn="l">
              <a:lnSpc>
                <a:spcPct val="100000"/>
              </a:lnSpc>
              <a:spcBef>
                <a:spcPts val="200"/>
              </a:spcBef>
              <a:spcAft>
                <a:spcPts val="800"/>
              </a:spcAft>
              <a:buFont typeface="Arial" panose="020B0604020202020204" pitchFamily="34" charset="0"/>
              <a:buChar char="​"/>
              <a:defRPr sz="1800" b="0">
                <a:solidFill>
                  <a:schemeClr val="bg1">
                    <a:lumMod val="85000"/>
                  </a:schemeClr>
                </a:solidFill>
              </a:defRPr>
            </a:lvl5pPr>
            <a:lvl6pPr marL="0" indent="0" algn="ctr">
              <a:lnSpc>
                <a:spcPct val="85000"/>
              </a:lnSpc>
              <a:spcBef>
                <a:spcPts val="200"/>
              </a:spcBef>
              <a:spcAft>
                <a:spcPts val="200"/>
              </a:spcAft>
              <a:buFont typeface="Arial" panose="020B0604020202020204" pitchFamily="34" charset="0"/>
              <a:buChar char="​"/>
              <a:defRPr sz="1400" b="0">
                <a:solidFill>
                  <a:schemeClr val="bg1"/>
                </a:solidFill>
              </a:defRPr>
            </a:lvl6pPr>
            <a:lvl7pPr marL="0" indent="0" algn="ctr">
              <a:lnSpc>
                <a:spcPct val="85000"/>
              </a:lnSpc>
              <a:spcBef>
                <a:spcPts val="200"/>
              </a:spcBef>
              <a:spcAft>
                <a:spcPts val="200"/>
              </a:spcAft>
              <a:buFont typeface="Arial" panose="020B0604020202020204" pitchFamily="34" charset="0"/>
              <a:buChar char="​"/>
              <a:defRPr sz="1400" b="0">
                <a:solidFill>
                  <a:schemeClr val="bg1"/>
                </a:solidFill>
              </a:defRPr>
            </a:lvl7pPr>
            <a:lvl8pPr marL="0" indent="0" algn="ctr">
              <a:lnSpc>
                <a:spcPct val="85000"/>
              </a:lnSpc>
              <a:spcBef>
                <a:spcPts val="200"/>
              </a:spcBef>
              <a:spcAft>
                <a:spcPts val="200"/>
              </a:spcAft>
              <a:buFont typeface="Arial" panose="020B0604020202020204" pitchFamily="34" charset="0"/>
              <a:buChar char="​"/>
              <a:defRPr sz="1400" b="0">
                <a:solidFill>
                  <a:schemeClr val="bg1"/>
                </a:solidFill>
              </a:defRPr>
            </a:lvl8pPr>
            <a:lvl9pPr marL="0" indent="0" algn="ctr">
              <a:lnSpc>
                <a:spcPct val="85000"/>
              </a:lnSpc>
              <a:spcBef>
                <a:spcPts val="200"/>
              </a:spcBef>
              <a:spcAft>
                <a:spcPts val="200"/>
              </a:spcAft>
              <a:buFont typeface="Arial" panose="020B0604020202020204" pitchFamily="34" charset="0"/>
              <a:buChar char="​"/>
              <a:defRPr sz="1400" b="0">
                <a:solidFill>
                  <a:schemeClr val="bg1"/>
                </a:solidFill>
              </a:defRPr>
            </a:lvl9pPr>
          </a:lstStyle>
          <a:p>
            <a:r>
              <a:rPr lang="en-US" b="1" dirty="0">
                <a:effectLst/>
                <a:latin typeface="Arial" panose="020B0604020202020204" pitchFamily="34" charset="0"/>
              </a:rPr>
              <a:t>Presenter Name</a:t>
            </a:r>
            <a:r>
              <a:rPr lang="en-US" dirty="0">
                <a:effectLst/>
                <a:latin typeface="Arial" panose="020B0604020202020204" pitchFamily="34" charset="0"/>
              </a:rPr>
              <a:t>, Presenter Title </a:t>
            </a:r>
            <a:br>
              <a:rPr lang="en-US" dirty="0">
                <a:effectLst/>
                <a:latin typeface="Arial" panose="020B0604020202020204" pitchFamily="34" charset="0"/>
              </a:rPr>
            </a:br>
            <a:r>
              <a:rPr lang="en-US" dirty="0">
                <a:effectLst/>
                <a:latin typeface="Arial" panose="020B0604020202020204" pitchFamily="34" charset="0"/>
              </a:rPr>
              <a:t>Month #, Year</a:t>
            </a:r>
          </a:p>
        </p:txBody>
      </p:sp>
      <p:pic>
        <p:nvPicPr>
          <p:cNvPr id="9" name="Graphic 8">
            <a:extLst>
              <a:ext uri="{FF2B5EF4-FFF2-40B4-BE49-F238E27FC236}">
                <a16:creationId xmlns:a16="http://schemas.microsoft.com/office/drawing/2014/main" id="{2B75C816-A77A-F94E-830E-BC631AA1370C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62365" y="1178597"/>
            <a:ext cx="3587345" cy="1122393"/>
          </a:xfrm>
          <a:prstGeom prst="rect">
            <a:avLst/>
          </a:prstGeom>
        </p:spPr>
      </p:pic>
      <p:sp>
        <p:nvSpPr>
          <p:cNvPr id="5" name="Date Placeholder 12">
            <a:extLst>
              <a:ext uri="{FF2B5EF4-FFF2-40B4-BE49-F238E27FC236}">
                <a16:creationId xmlns:a16="http://schemas.microsoft.com/office/drawing/2014/main" id="{CEE0B04E-8473-8E07-02EF-88AA3853A7C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405247" y="6218678"/>
            <a:ext cx="239290" cy="123111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00">
                <a:solidFill>
                  <a:schemeClr val="bg1"/>
                </a:solidFill>
              </a:defRPr>
            </a:lvl1pPr>
          </a:lstStyle>
          <a:p>
            <a:fld id="{BD93D066-653E-584C-A70F-7A37DE64DEDE}" type="datetimeyyyy">
              <a:rPr lang="en-PH" smtClean="0"/>
              <a:pPr/>
              <a:t>2026</a:t>
            </a:fld>
            <a:endParaRPr lang="en-US" dirty="0"/>
          </a:p>
        </p:txBody>
      </p:sp>
      <p:sp>
        <p:nvSpPr>
          <p:cNvPr id="7" name="Date Placeholder 12">
            <a:extLst>
              <a:ext uri="{FF2B5EF4-FFF2-40B4-BE49-F238E27FC236}">
                <a16:creationId xmlns:a16="http://schemas.microsoft.com/office/drawing/2014/main" id="{2B3BD87C-F8D7-8DBD-0932-39A22AC15CCF}"/>
              </a:ext>
            </a:extLst>
          </p:cNvPr>
          <p:cNvSpPr txBox="1">
            <a:spLocks/>
          </p:cNvSpPr>
          <p:nvPr userDrawn="1"/>
        </p:nvSpPr>
        <p:spPr>
          <a:xfrm>
            <a:off x="829628" y="6218678"/>
            <a:ext cx="558902" cy="123111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>
            <a:defPPr>
              <a:defRPr lang="en-US"/>
            </a:defPPr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00" kern="120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bg1"/>
                </a:solidFill>
              </a:rPr>
              <a:t>Copyright ©</a:t>
            </a:r>
          </a:p>
        </p:txBody>
      </p:sp>
      <p:sp>
        <p:nvSpPr>
          <p:cNvPr id="10" name="Date Placeholder 12">
            <a:extLst>
              <a:ext uri="{FF2B5EF4-FFF2-40B4-BE49-F238E27FC236}">
                <a16:creationId xmlns:a16="http://schemas.microsoft.com/office/drawing/2014/main" id="{01B39B3C-C0E1-DA16-E2EC-4070ECD1E332}"/>
              </a:ext>
            </a:extLst>
          </p:cNvPr>
          <p:cNvSpPr txBox="1">
            <a:spLocks/>
          </p:cNvSpPr>
          <p:nvPr userDrawn="1"/>
        </p:nvSpPr>
        <p:spPr>
          <a:xfrm>
            <a:off x="1667987" y="6218678"/>
            <a:ext cx="985957" cy="123111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>
            <a:defPPr>
              <a:defRPr lang="en-US"/>
            </a:defPPr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00" kern="120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bg1"/>
                </a:solidFill>
              </a:rPr>
              <a:t>Actian Corporation</a:t>
            </a:r>
          </a:p>
        </p:txBody>
      </p:sp>
    </p:spTree>
    <p:extLst>
      <p:ext uri="{BB962C8B-B14F-4D97-AF65-F5344CB8AC3E}">
        <p14:creationId xmlns:p14="http://schemas.microsoft.com/office/powerpoint/2010/main" val="40230114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pos="2411" userDrawn="1">
          <p15:clr>
            <a:srgbClr val="FBAE40"/>
          </p15:clr>
        </p15:guide>
        <p15:guide id="2" pos="551" userDrawn="1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4_Titl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>
            <a:extLst>
              <a:ext uri="{FF2B5EF4-FFF2-40B4-BE49-F238E27FC236}">
                <a16:creationId xmlns:a16="http://schemas.microsoft.com/office/drawing/2014/main" id="{8D8B61AA-6CB5-4548-8A30-7092021DB903}"/>
              </a:ext>
            </a:extLst>
          </p:cNvPr>
          <p:cNvSpPr/>
          <p:nvPr userDrawn="1"/>
        </p:nvSpPr>
        <p:spPr>
          <a:xfrm>
            <a:off x="439386" y="6388923"/>
            <a:ext cx="415389" cy="30876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8" name="Freeform 7">
            <a:extLst>
              <a:ext uri="{FF2B5EF4-FFF2-40B4-BE49-F238E27FC236}">
                <a16:creationId xmlns:a16="http://schemas.microsoft.com/office/drawing/2014/main" id="{EA875A86-5D85-5C7E-4BBA-255BDCA14980}"/>
              </a:ext>
            </a:extLst>
          </p:cNvPr>
          <p:cNvSpPr/>
          <p:nvPr userDrawn="1"/>
        </p:nvSpPr>
        <p:spPr>
          <a:xfrm>
            <a:off x="311727" y="310393"/>
            <a:ext cx="5044484" cy="6236208"/>
          </a:xfrm>
          <a:custGeom>
            <a:avLst/>
            <a:gdLst>
              <a:gd name="connsiteX0" fmla="*/ 0 w 5044484"/>
              <a:gd name="connsiteY0" fmla="*/ 0 h 6236208"/>
              <a:gd name="connsiteX1" fmla="*/ 2564520 w 5044484"/>
              <a:gd name="connsiteY1" fmla="*/ 0 h 6236208"/>
              <a:gd name="connsiteX2" fmla="*/ 5044484 w 5044484"/>
              <a:gd name="connsiteY2" fmla="*/ 0 h 6236208"/>
              <a:gd name="connsiteX3" fmla="*/ 2564520 w 5044484"/>
              <a:gd name="connsiteY3" fmla="*/ 6236208 h 6236208"/>
              <a:gd name="connsiteX4" fmla="*/ 0 w 5044484"/>
              <a:gd name="connsiteY4" fmla="*/ 6236208 h 62362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044484" h="6236208">
                <a:moveTo>
                  <a:pt x="0" y="0"/>
                </a:moveTo>
                <a:lnTo>
                  <a:pt x="2564520" y="0"/>
                </a:lnTo>
                <a:lnTo>
                  <a:pt x="5044484" y="0"/>
                </a:lnTo>
                <a:lnTo>
                  <a:pt x="2564520" y="6236208"/>
                </a:lnTo>
                <a:lnTo>
                  <a:pt x="0" y="6236208"/>
                </a:lnTo>
                <a:close/>
              </a:path>
            </a:pathLst>
          </a:custGeom>
          <a:blipFill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 t="156"/>
            </a:stretch>
          </a:blip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5" name="Text Placeholder 9">
            <a:extLst>
              <a:ext uri="{FF2B5EF4-FFF2-40B4-BE49-F238E27FC236}">
                <a16:creationId xmlns:a16="http://schemas.microsoft.com/office/drawing/2014/main" id="{70ADC456-B1CB-A1C1-5444-9EAD99C90DD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 bwMode="gray">
          <a:xfrm>
            <a:off x="5084532" y="1104886"/>
            <a:ext cx="6571596" cy="2374953"/>
          </a:xfrm>
          <a:noFill/>
        </p:spPr>
        <p:txBody>
          <a:bodyPr wrap="square" lIns="91440" tIns="0" rIns="91440" bIns="0" anchor="b" anchorCtr="0">
            <a:noAutofit/>
          </a:bodyPr>
          <a:lstStyle>
            <a:lvl1pPr marL="0" indent="0" algn="l">
              <a:lnSpc>
                <a:spcPct val="100000"/>
              </a:lnSpc>
              <a:spcBef>
                <a:spcPts val="200"/>
              </a:spcBef>
              <a:spcAft>
                <a:spcPts val="800"/>
              </a:spcAft>
              <a:buFont typeface="Arial" panose="020B0604020202020204" pitchFamily="34" charset="0"/>
              <a:buChar char="​"/>
              <a:tabLst>
                <a:tab pos="457200" algn="l"/>
              </a:tabLst>
              <a:defRPr sz="3600" b="1">
                <a:solidFill>
                  <a:schemeClr val="tx1"/>
                </a:solidFill>
              </a:defRPr>
            </a:lvl1pPr>
            <a:lvl2pPr marL="0" indent="0" algn="l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Font typeface="Arial" panose="020B0604020202020204" pitchFamily="34" charset="0"/>
              <a:buChar char="​"/>
              <a:defRPr sz="2400" b="0">
                <a:solidFill>
                  <a:schemeClr val="bg1"/>
                </a:solidFill>
              </a:defRPr>
            </a:lvl2pPr>
            <a:lvl3pPr marL="0" indent="0" algn="l">
              <a:lnSpc>
                <a:spcPct val="100000"/>
              </a:lnSpc>
              <a:spcBef>
                <a:spcPts val="600"/>
              </a:spcBef>
              <a:spcAft>
                <a:spcPts val="800"/>
              </a:spcAft>
              <a:buFont typeface="Arial" panose="020B0604020202020204" pitchFamily="34" charset="0"/>
              <a:buChar char="​"/>
              <a:defRPr sz="1800" b="1">
                <a:solidFill>
                  <a:schemeClr val="bg1">
                    <a:lumMod val="85000"/>
                  </a:schemeClr>
                </a:solidFill>
              </a:defRPr>
            </a:lvl3pPr>
            <a:lvl4pPr marL="0" indent="0" algn="l">
              <a:lnSpc>
                <a:spcPct val="100000"/>
              </a:lnSpc>
              <a:spcBef>
                <a:spcPts val="200"/>
              </a:spcBef>
              <a:spcAft>
                <a:spcPts val="800"/>
              </a:spcAft>
              <a:buFont typeface="Arial" panose="020B0604020202020204" pitchFamily="34" charset="0"/>
              <a:buChar char="​"/>
              <a:defRPr sz="1800" b="0">
                <a:solidFill>
                  <a:schemeClr val="bg1">
                    <a:lumMod val="85000"/>
                  </a:schemeClr>
                </a:solidFill>
              </a:defRPr>
            </a:lvl4pPr>
            <a:lvl5pPr marL="0" indent="0" algn="l">
              <a:lnSpc>
                <a:spcPct val="100000"/>
              </a:lnSpc>
              <a:spcBef>
                <a:spcPts val="200"/>
              </a:spcBef>
              <a:spcAft>
                <a:spcPts val="800"/>
              </a:spcAft>
              <a:buFont typeface="Arial" panose="020B0604020202020204" pitchFamily="34" charset="0"/>
              <a:buChar char="​"/>
              <a:defRPr sz="1800" b="0">
                <a:solidFill>
                  <a:schemeClr val="bg1">
                    <a:lumMod val="85000"/>
                  </a:schemeClr>
                </a:solidFill>
              </a:defRPr>
            </a:lvl5pPr>
            <a:lvl6pPr marL="0" indent="0" algn="ctr">
              <a:lnSpc>
                <a:spcPct val="85000"/>
              </a:lnSpc>
              <a:spcBef>
                <a:spcPts val="200"/>
              </a:spcBef>
              <a:spcAft>
                <a:spcPts val="200"/>
              </a:spcAft>
              <a:buFont typeface="Arial" panose="020B0604020202020204" pitchFamily="34" charset="0"/>
              <a:buChar char="​"/>
              <a:defRPr sz="1400" b="0">
                <a:solidFill>
                  <a:schemeClr val="bg1"/>
                </a:solidFill>
              </a:defRPr>
            </a:lvl6pPr>
            <a:lvl7pPr marL="0" indent="0" algn="ctr">
              <a:lnSpc>
                <a:spcPct val="85000"/>
              </a:lnSpc>
              <a:spcBef>
                <a:spcPts val="200"/>
              </a:spcBef>
              <a:spcAft>
                <a:spcPts val="200"/>
              </a:spcAft>
              <a:buFont typeface="Arial" panose="020B0604020202020204" pitchFamily="34" charset="0"/>
              <a:buChar char="​"/>
              <a:defRPr sz="1400" b="0">
                <a:solidFill>
                  <a:schemeClr val="bg1"/>
                </a:solidFill>
              </a:defRPr>
            </a:lvl7pPr>
            <a:lvl8pPr marL="0" indent="0" algn="ctr">
              <a:lnSpc>
                <a:spcPct val="85000"/>
              </a:lnSpc>
              <a:spcBef>
                <a:spcPts val="200"/>
              </a:spcBef>
              <a:spcAft>
                <a:spcPts val="200"/>
              </a:spcAft>
              <a:buFont typeface="Arial" panose="020B0604020202020204" pitchFamily="34" charset="0"/>
              <a:buChar char="​"/>
              <a:defRPr sz="1400" b="0">
                <a:solidFill>
                  <a:schemeClr val="bg1"/>
                </a:solidFill>
              </a:defRPr>
            </a:lvl8pPr>
            <a:lvl9pPr marL="0" indent="0" algn="ctr">
              <a:lnSpc>
                <a:spcPct val="85000"/>
              </a:lnSpc>
              <a:spcBef>
                <a:spcPts val="200"/>
              </a:spcBef>
              <a:spcAft>
                <a:spcPts val="200"/>
              </a:spcAft>
              <a:buFont typeface="Arial" panose="020B0604020202020204" pitchFamily="34" charset="0"/>
              <a:buChar char="​"/>
              <a:defRPr sz="1400" b="0">
                <a:solidFill>
                  <a:schemeClr val="bg1"/>
                </a:solidFill>
              </a:defRPr>
            </a:lvl9pPr>
          </a:lstStyle>
          <a:p>
            <a:pPr lvl="0"/>
            <a:r>
              <a:rPr lang="en-US" dirty="0"/>
              <a:t>Presentation Title Multiple Line Title Length</a:t>
            </a:r>
          </a:p>
        </p:txBody>
      </p:sp>
      <p:sp>
        <p:nvSpPr>
          <p:cNvPr id="6" name="Text Placeholder 9">
            <a:extLst>
              <a:ext uri="{FF2B5EF4-FFF2-40B4-BE49-F238E27FC236}">
                <a16:creationId xmlns:a16="http://schemas.microsoft.com/office/drawing/2014/main" id="{83EA9DBF-3431-D988-62BF-B332F399ADF7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 bwMode="gray">
          <a:xfrm>
            <a:off x="5084532" y="3659760"/>
            <a:ext cx="6571596" cy="1269714"/>
          </a:xfrm>
          <a:noFill/>
        </p:spPr>
        <p:txBody>
          <a:bodyPr wrap="square" lIns="91440" tIns="0" rIns="91440" bIns="0" anchor="t" anchorCtr="0">
            <a:noAutofit/>
          </a:bodyPr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​"/>
              <a:tabLst>
                <a:tab pos="457200" algn="l"/>
              </a:tabLst>
              <a:defRPr sz="2500" b="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0" indent="0" algn="l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Font typeface="Arial" panose="020B0604020202020204" pitchFamily="34" charset="0"/>
              <a:buChar char="​"/>
              <a:defRPr sz="2400" b="0">
                <a:solidFill>
                  <a:schemeClr val="bg1"/>
                </a:solidFill>
              </a:defRPr>
            </a:lvl2pPr>
            <a:lvl3pPr marL="0" indent="0" algn="l">
              <a:lnSpc>
                <a:spcPct val="100000"/>
              </a:lnSpc>
              <a:spcBef>
                <a:spcPts val="600"/>
              </a:spcBef>
              <a:spcAft>
                <a:spcPts val="800"/>
              </a:spcAft>
              <a:buFont typeface="Arial" panose="020B0604020202020204" pitchFamily="34" charset="0"/>
              <a:buChar char="​"/>
              <a:defRPr sz="1800" b="1">
                <a:solidFill>
                  <a:schemeClr val="bg1">
                    <a:lumMod val="85000"/>
                  </a:schemeClr>
                </a:solidFill>
              </a:defRPr>
            </a:lvl3pPr>
            <a:lvl4pPr marL="0" indent="0" algn="l">
              <a:lnSpc>
                <a:spcPct val="100000"/>
              </a:lnSpc>
              <a:spcBef>
                <a:spcPts val="200"/>
              </a:spcBef>
              <a:spcAft>
                <a:spcPts val="800"/>
              </a:spcAft>
              <a:buFont typeface="Arial" panose="020B0604020202020204" pitchFamily="34" charset="0"/>
              <a:buChar char="​"/>
              <a:defRPr sz="1800" b="0">
                <a:solidFill>
                  <a:schemeClr val="bg1">
                    <a:lumMod val="85000"/>
                  </a:schemeClr>
                </a:solidFill>
              </a:defRPr>
            </a:lvl4pPr>
            <a:lvl5pPr marL="0" indent="0" algn="l">
              <a:lnSpc>
                <a:spcPct val="100000"/>
              </a:lnSpc>
              <a:spcBef>
                <a:spcPts val="200"/>
              </a:spcBef>
              <a:spcAft>
                <a:spcPts val="800"/>
              </a:spcAft>
              <a:buFont typeface="Arial" panose="020B0604020202020204" pitchFamily="34" charset="0"/>
              <a:buChar char="​"/>
              <a:defRPr sz="1800" b="0">
                <a:solidFill>
                  <a:schemeClr val="bg1">
                    <a:lumMod val="85000"/>
                  </a:schemeClr>
                </a:solidFill>
              </a:defRPr>
            </a:lvl5pPr>
            <a:lvl6pPr marL="0" indent="0" algn="ctr">
              <a:lnSpc>
                <a:spcPct val="85000"/>
              </a:lnSpc>
              <a:spcBef>
                <a:spcPts val="200"/>
              </a:spcBef>
              <a:spcAft>
                <a:spcPts val="200"/>
              </a:spcAft>
              <a:buFont typeface="Arial" panose="020B0604020202020204" pitchFamily="34" charset="0"/>
              <a:buChar char="​"/>
              <a:defRPr sz="1400" b="0">
                <a:solidFill>
                  <a:schemeClr val="bg1"/>
                </a:solidFill>
              </a:defRPr>
            </a:lvl6pPr>
            <a:lvl7pPr marL="0" indent="0" algn="ctr">
              <a:lnSpc>
                <a:spcPct val="85000"/>
              </a:lnSpc>
              <a:spcBef>
                <a:spcPts val="200"/>
              </a:spcBef>
              <a:spcAft>
                <a:spcPts val="200"/>
              </a:spcAft>
              <a:buFont typeface="Arial" panose="020B0604020202020204" pitchFamily="34" charset="0"/>
              <a:buChar char="​"/>
              <a:defRPr sz="1400" b="0">
                <a:solidFill>
                  <a:schemeClr val="bg1"/>
                </a:solidFill>
              </a:defRPr>
            </a:lvl7pPr>
            <a:lvl8pPr marL="0" indent="0" algn="ctr">
              <a:lnSpc>
                <a:spcPct val="85000"/>
              </a:lnSpc>
              <a:spcBef>
                <a:spcPts val="200"/>
              </a:spcBef>
              <a:spcAft>
                <a:spcPts val="200"/>
              </a:spcAft>
              <a:buFont typeface="Arial" panose="020B0604020202020204" pitchFamily="34" charset="0"/>
              <a:buChar char="​"/>
              <a:defRPr sz="1400" b="0">
                <a:solidFill>
                  <a:schemeClr val="bg1"/>
                </a:solidFill>
              </a:defRPr>
            </a:lvl8pPr>
            <a:lvl9pPr marL="0" indent="0" algn="ctr">
              <a:lnSpc>
                <a:spcPct val="85000"/>
              </a:lnSpc>
              <a:spcBef>
                <a:spcPts val="200"/>
              </a:spcBef>
              <a:spcAft>
                <a:spcPts val="200"/>
              </a:spcAft>
              <a:buFont typeface="Arial" panose="020B0604020202020204" pitchFamily="34" charset="0"/>
              <a:buChar char="​"/>
              <a:defRPr sz="1400" b="0">
                <a:solidFill>
                  <a:schemeClr val="bg1"/>
                </a:solidFill>
              </a:defRPr>
            </a:lvl9pPr>
          </a:lstStyle>
          <a:p>
            <a:r>
              <a:rPr lang="en-US" dirty="0">
                <a:effectLst/>
                <a:latin typeface="Arial" panose="020B0604020202020204" pitchFamily="34" charset="0"/>
              </a:rPr>
              <a:t>Subtitle Placeholder Multiple Line Title </a:t>
            </a:r>
            <a:br>
              <a:rPr lang="en-US" dirty="0">
                <a:effectLst/>
                <a:latin typeface="Arial" panose="020B0604020202020204" pitchFamily="34" charset="0"/>
              </a:rPr>
            </a:br>
            <a:r>
              <a:rPr lang="en-US" dirty="0">
                <a:effectLst/>
                <a:latin typeface="Arial" panose="020B0604020202020204" pitchFamily="34" charset="0"/>
              </a:rPr>
              <a:t>Length Which Extends To Two Lines</a:t>
            </a:r>
          </a:p>
        </p:txBody>
      </p:sp>
      <p:sp>
        <p:nvSpPr>
          <p:cNvPr id="7" name="Text Placeholder 9">
            <a:extLst>
              <a:ext uri="{FF2B5EF4-FFF2-40B4-BE49-F238E27FC236}">
                <a16:creationId xmlns:a16="http://schemas.microsoft.com/office/drawing/2014/main" id="{7EC4C8CB-0017-9907-9E53-DD1A1BF74D2D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 bwMode="gray">
          <a:xfrm>
            <a:off x="5084532" y="5109396"/>
            <a:ext cx="6571596" cy="643718"/>
          </a:xfrm>
          <a:noFill/>
        </p:spPr>
        <p:txBody>
          <a:bodyPr wrap="square" lIns="91440" tIns="0" rIns="91440" bIns="0" anchor="b" anchorCtr="0">
            <a:noAutofit/>
          </a:bodyPr>
          <a:lstStyle>
            <a:lvl1pPr marL="0" indent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Font typeface="Arial" panose="020B0604020202020204" pitchFamily="34" charset="0"/>
              <a:buChar char="​"/>
              <a:tabLst>
                <a:tab pos="457200" algn="l"/>
              </a:tabLst>
              <a:defRPr sz="1800" b="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0" indent="0" algn="l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Font typeface="Arial" panose="020B0604020202020204" pitchFamily="34" charset="0"/>
              <a:buChar char="​"/>
              <a:defRPr sz="2400" b="0">
                <a:solidFill>
                  <a:schemeClr val="bg1"/>
                </a:solidFill>
              </a:defRPr>
            </a:lvl2pPr>
            <a:lvl3pPr marL="0" indent="0" algn="l">
              <a:lnSpc>
                <a:spcPct val="100000"/>
              </a:lnSpc>
              <a:spcBef>
                <a:spcPts val="600"/>
              </a:spcBef>
              <a:spcAft>
                <a:spcPts val="800"/>
              </a:spcAft>
              <a:buFont typeface="Arial" panose="020B0604020202020204" pitchFamily="34" charset="0"/>
              <a:buChar char="​"/>
              <a:defRPr sz="1800" b="1">
                <a:solidFill>
                  <a:schemeClr val="bg1">
                    <a:lumMod val="85000"/>
                  </a:schemeClr>
                </a:solidFill>
              </a:defRPr>
            </a:lvl3pPr>
            <a:lvl4pPr marL="0" indent="0" algn="l">
              <a:lnSpc>
                <a:spcPct val="100000"/>
              </a:lnSpc>
              <a:spcBef>
                <a:spcPts val="200"/>
              </a:spcBef>
              <a:spcAft>
                <a:spcPts val="800"/>
              </a:spcAft>
              <a:buFont typeface="Arial" panose="020B0604020202020204" pitchFamily="34" charset="0"/>
              <a:buNone/>
              <a:defRPr sz="1800" b="0">
                <a:solidFill>
                  <a:schemeClr val="bg1">
                    <a:lumMod val="85000"/>
                  </a:schemeClr>
                </a:solidFill>
              </a:defRPr>
            </a:lvl4pPr>
            <a:lvl5pPr marL="0" indent="0" algn="l">
              <a:lnSpc>
                <a:spcPct val="100000"/>
              </a:lnSpc>
              <a:spcBef>
                <a:spcPts val="200"/>
              </a:spcBef>
              <a:spcAft>
                <a:spcPts val="800"/>
              </a:spcAft>
              <a:buFont typeface="Arial" panose="020B0604020202020204" pitchFamily="34" charset="0"/>
              <a:buChar char="​"/>
              <a:defRPr sz="1800" b="0">
                <a:solidFill>
                  <a:schemeClr val="bg1">
                    <a:lumMod val="85000"/>
                  </a:schemeClr>
                </a:solidFill>
              </a:defRPr>
            </a:lvl5pPr>
            <a:lvl6pPr marL="0" indent="0" algn="ctr">
              <a:lnSpc>
                <a:spcPct val="85000"/>
              </a:lnSpc>
              <a:spcBef>
                <a:spcPts val="200"/>
              </a:spcBef>
              <a:spcAft>
                <a:spcPts val="200"/>
              </a:spcAft>
              <a:buFont typeface="Arial" panose="020B0604020202020204" pitchFamily="34" charset="0"/>
              <a:buChar char="​"/>
              <a:defRPr sz="1400" b="0">
                <a:solidFill>
                  <a:schemeClr val="bg1"/>
                </a:solidFill>
              </a:defRPr>
            </a:lvl6pPr>
            <a:lvl7pPr marL="0" indent="0" algn="ctr">
              <a:lnSpc>
                <a:spcPct val="85000"/>
              </a:lnSpc>
              <a:spcBef>
                <a:spcPts val="200"/>
              </a:spcBef>
              <a:spcAft>
                <a:spcPts val="200"/>
              </a:spcAft>
              <a:buFont typeface="Arial" panose="020B0604020202020204" pitchFamily="34" charset="0"/>
              <a:buChar char="​"/>
              <a:defRPr sz="1400" b="0">
                <a:solidFill>
                  <a:schemeClr val="bg1"/>
                </a:solidFill>
              </a:defRPr>
            </a:lvl7pPr>
            <a:lvl8pPr marL="0" indent="0" algn="ctr">
              <a:lnSpc>
                <a:spcPct val="85000"/>
              </a:lnSpc>
              <a:spcBef>
                <a:spcPts val="200"/>
              </a:spcBef>
              <a:spcAft>
                <a:spcPts val="200"/>
              </a:spcAft>
              <a:buFont typeface="Arial" panose="020B0604020202020204" pitchFamily="34" charset="0"/>
              <a:buChar char="​"/>
              <a:defRPr sz="1400" b="0">
                <a:solidFill>
                  <a:schemeClr val="bg1"/>
                </a:solidFill>
              </a:defRPr>
            </a:lvl8pPr>
            <a:lvl9pPr marL="0" indent="0" algn="ctr">
              <a:lnSpc>
                <a:spcPct val="85000"/>
              </a:lnSpc>
              <a:spcBef>
                <a:spcPts val="200"/>
              </a:spcBef>
              <a:spcAft>
                <a:spcPts val="200"/>
              </a:spcAft>
              <a:buFont typeface="Arial" panose="020B0604020202020204" pitchFamily="34" charset="0"/>
              <a:buChar char="​"/>
              <a:defRPr sz="1400" b="0">
                <a:solidFill>
                  <a:schemeClr val="bg1"/>
                </a:solidFill>
              </a:defRPr>
            </a:lvl9pPr>
          </a:lstStyle>
          <a:p>
            <a:r>
              <a:rPr lang="en-US" b="1" dirty="0">
                <a:effectLst/>
                <a:latin typeface="Arial" panose="020B0604020202020204" pitchFamily="34" charset="0"/>
              </a:rPr>
              <a:t>Presenter Name</a:t>
            </a:r>
            <a:r>
              <a:rPr lang="en-US" dirty="0">
                <a:effectLst/>
                <a:latin typeface="Arial" panose="020B0604020202020204" pitchFamily="34" charset="0"/>
              </a:rPr>
              <a:t>, Presenter Title </a:t>
            </a:r>
            <a:br>
              <a:rPr lang="en-US" dirty="0">
                <a:effectLst/>
                <a:latin typeface="Arial" panose="020B0604020202020204" pitchFamily="34" charset="0"/>
              </a:rPr>
            </a:br>
            <a:r>
              <a:rPr lang="en-US" dirty="0">
                <a:effectLst/>
                <a:latin typeface="Arial" panose="020B0604020202020204" pitchFamily="34" charset="0"/>
              </a:rPr>
              <a:t>Month #, Year</a:t>
            </a:r>
          </a:p>
        </p:txBody>
      </p:sp>
      <p:pic>
        <p:nvPicPr>
          <p:cNvPr id="9" name="Graphic 8">
            <a:extLst>
              <a:ext uri="{FF2B5EF4-FFF2-40B4-BE49-F238E27FC236}">
                <a16:creationId xmlns:a16="http://schemas.microsoft.com/office/drawing/2014/main" id="{9E640ACC-655E-1749-A79B-B82F175C62F4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62365" y="1178597"/>
            <a:ext cx="3587345" cy="1122393"/>
          </a:xfrm>
          <a:prstGeom prst="rect">
            <a:avLst/>
          </a:prstGeom>
        </p:spPr>
      </p:pic>
      <p:sp>
        <p:nvSpPr>
          <p:cNvPr id="11" name="Date Placeholder 12">
            <a:extLst>
              <a:ext uri="{FF2B5EF4-FFF2-40B4-BE49-F238E27FC236}">
                <a16:creationId xmlns:a16="http://schemas.microsoft.com/office/drawing/2014/main" id="{7F157C3A-E5E5-85D4-3A31-87BAEEE05D3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405247" y="6218678"/>
            <a:ext cx="239290" cy="123111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00">
                <a:solidFill>
                  <a:schemeClr val="bg1"/>
                </a:solidFill>
              </a:defRPr>
            </a:lvl1pPr>
          </a:lstStyle>
          <a:p>
            <a:fld id="{BD93D066-653E-584C-A70F-7A37DE64DEDE}" type="datetimeyyyy">
              <a:rPr lang="en-PH" smtClean="0"/>
              <a:pPr/>
              <a:t>2026</a:t>
            </a:fld>
            <a:endParaRPr lang="en-US" dirty="0"/>
          </a:p>
        </p:txBody>
      </p:sp>
      <p:sp>
        <p:nvSpPr>
          <p:cNvPr id="12" name="Date Placeholder 12">
            <a:extLst>
              <a:ext uri="{FF2B5EF4-FFF2-40B4-BE49-F238E27FC236}">
                <a16:creationId xmlns:a16="http://schemas.microsoft.com/office/drawing/2014/main" id="{2B24C6E7-5739-930C-1B13-488D101D0A66}"/>
              </a:ext>
            </a:extLst>
          </p:cNvPr>
          <p:cNvSpPr txBox="1">
            <a:spLocks/>
          </p:cNvSpPr>
          <p:nvPr userDrawn="1"/>
        </p:nvSpPr>
        <p:spPr>
          <a:xfrm>
            <a:off x="829628" y="6218678"/>
            <a:ext cx="558902" cy="123111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>
            <a:defPPr>
              <a:defRPr lang="en-US"/>
            </a:defPPr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00" kern="120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bg1"/>
                </a:solidFill>
              </a:rPr>
              <a:t>Copyright ©</a:t>
            </a:r>
          </a:p>
        </p:txBody>
      </p:sp>
      <p:sp>
        <p:nvSpPr>
          <p:cNvPr id="13" name="Date Placeholder 12">
            <a:extLst>
              <a:ext uri="{FF2B5EF4-FFF2-40B4-BE49-F238E27FC236}">
                <a16:creationId xmlns:a16="http://schemas.microsoft.com/office/drawing/2014/main" id="{9CABE640-F602-FF57-82B9-EDECF5D3648A}"/>
              </a:ext>
            </a:extLst>
          </p:cNvPr>
          <p:cNvSpPr txBox="1">
            <a:spLocks/>
          </p:cNvSpPr>
          <p:nvPr userDrawn="1"/>
        </p:nvSpPr>
        <p:spPr>
          <a:xfrm>
            <a:off x="1667987" y="6218678"/>
            <a:ext cx="985957" cy="123111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>
            <a:defPPr>
              <a:defRPr lang="en-US"/>
            </a:defPPr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00" kern="120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bg1"/>
                </a:solidFill>
              </a:rPr>
              <a:t>Actian Corporation</a:t>
            </a:r>
          </a:p>
        </p:txBody>
      </p:sp>
    </p:spTree>
    <p:extLst>
      <p:ext uri="{BB962C8B-B14F-4D97-AF65-F5344CB8AC3E}">
        <p14:creationId xmlns:p14="http://schemas.microsoft.com/office/powerpoint/2010/main" val="31686487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5_Title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CA5265A8-D7AE-D0DA-0584-F357C899F218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B351525C-3492-7BBC-9B19-21F66283DBDD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358774" y="1228725"/>
            <a:ext cx="4964400" cy="2387600"/>
          </a:xfrm>
        </p:spPr>
        <p:txBody>
          <a:bodyPr anchor="b">
            <a:noAutofit/>
          </a:bodyPr>
          <a:lstStyle>
            <a:lvl1pPr algn="l">
              <a:defRPr sz="3600">
                <a:solidFill>
                  <a:schemeClr val="bg1"/>
                </a:solidFill>
              </a:defRPr>
            </a:lvl1pPr>
          </a:lstStyle>
          <a:p>
            <a:r>
              <a:rPr lang="en-GB" dirty="0"/>
              <a:t>[Title slide: v4] &lt;Heading&gt;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9FCD46E-7AD3-29F9-871F-4041A94DF59B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358774" y="4006850"/>
            <a:ext cx="4964400" cy="1339850"/>
          </a:xfrm>
        </p:spPr>
        <p:txBody>
          <a:bodyPr>
            <a:noAutofit/>
          </a:bodyPr>
          <a:lstStyle>
            <a:lvl1pPr marL="0" indent="0" algn="l">
              <a:spcAft>
                <a:spcPts val="0"/>
              </a:spcAft>
              <a:buNone/>
              <a:defRPr sz="25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 dirty="0"/>
              <a:t>&lt;Subheading&gt;</a:t>
            </a:r>
          </a:p>
        </p:txBody>
      </p:sp>
      <p:sp>
        <p:nvSpPr>
          <p:cNvPr id="16" name="Text Placeholder 14">
            <a:extLst>
              <a:ext uri="{FF2B5EF4-FFF2-40B4-BE49-F238E27FC236}">
                <a16:creationId xmlns:a16="http://schemas.microsoft.com/office/drawing/2014/main" id="{1D8A629A-EF2F-5952-A0B4-2292F58FB32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58774" y="5638801"/>
            <a:ext cx="4964400" cy="677862"/>
          </a:xfrm>
        </p:spPr>
        <p:txBody>
          <a:bodyPr anchor="b" anchorCtr="0">
            <a:noAutofit/>
          </a:bodyPr>
          <a:lstStyle>
            <a:lvl1pPr marL="0" indent="0">
              <a:spcAft>
                <a:spcPts val="0"/>
              </a:spcAft>
              <a:buFont typeface="Arial" panose="020B0604020202020204" pitchFamily="34" charset="0"/>
              <a:buNone/>
              <a:defRPr sz="1500">
                <a:solidFill>
                  <a:schemeClr val="bg1"/>
                </a:solidFill>
              </a:defRPr>
            </a:lvl1pPr>
            <a:lvl2pPr marL="0" indent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b="0"/>
            </a:lvl2pPr>
            <a:lvl3pPr marL="0" indent="0">
              <a:spcAft>
                <a:spcPts val="0"/>
              </a:spcAft>
              <a:buNone/>
              <a:defRPr/>
            </a:lvl3pPr>
            <a:lvl4pPr marL="0" indent="0">
              <a:spcAft>
                <a:spcPts val="0"/>
              </a:spcAft>
              <a:buNone/>
              <a:defRPr/>
            </a:lvl4pPr>
            <a:lvl5pPr marL="0" indent="0">
              <a:spcAft>
                <a:spcPts val="0"/>
              </a:spcAft>
              <a:buNone/>
              <a:defRPr/>
            </a:lvl5pPr>
          </a:lstStyle>
          <a:p>
            <a:pPr lvl="0"/>
            <a:r>
              <a:rPr lang="en-GB" dirty="0"/>
              <a:t>&lt;Details of presenter&gt;</a:t>
            </a:r>
          </a:p>
        </p:txBody>
      </p:sp>
      <p:pic>
        <p:nvPicPr>
          <p:cNvPr id="9" name="Graphic 8">
            <a:extLst>
              <a:ext uri="{FF2B5EF4-FFF2-40B4-BE49-F238E27FC236}">
                <a16:creationId xmlns:a16="http://schemas.microsoft.com/office/drawing/2014/main" id="{E8FB2912-8342-0D4A-9196-619A99F27F2A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80467" y="148615"/>
            <a:ext cx="3632581" cy="1136546"/>
          </a:xfrm>
          <a:prstGeom prst="rect">
            <a:avLst/>
          </a:prstGeom>
        </p:spPr>
      </p:pic>
      <p:sp>
        <p:nvSpPr>
          <p:cNvPr id="8" name="Date Placeholder 12">
            <a:extLst>
              <a:ext uri="{FF2B5EF4-FFF2-40B4-BE49-F238E27FC236}">
                <a16:creationId xmlns:a16="http://schemas.microsoft.com/office/drawing/2014/main" id="{68999BA3-69A6-6225-B7BB-53932B11A98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934393" y="6470047"/>
            <a:ext cx="239290" cy="123111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00">
                <a:solidFill>
                  <a:schemeClr val="bg1"/>
                </a:solidFill>
              </a:defRPr>
            </a:lvl1pPr>
          </a:lstStyle>
          <a:p>
            <a:fld id="{BD93D066-653E-584C-A70F-7A37DE64DEDE}" type="datetimeyyyy">
              <a:rPr lang="en-PH" smtClean="0"/>
              <a:pPr/>
              <a:t>2026</a:t>
            </a:fld>
            <a:endParaRPr lang="en-US" dirty="0"/>
          </a:p>
        </p:txBody>
      </p:sp>
      <p:sp>
        <p:nvSpPr>
          <p:cNvPr id="10" name="Date Placeholder 12">
            <a:extLst>
              <a:ext uri="{FF2B5EF4-FFF2-40B4-BE49-F238E27FC236}">
                <a16:creationId xmlns:a16="http://schemas.microsoft.com/office/drawing/2014/main" id="{DB13CAD6-B15C-1250-80E0-B0FF09507EC0}"/>
              </a:ext>
            </a:extLst>
          </p:cNvPr>
          <p:cNvSpPr txBox="1">
            <a:spLocks/>
          </p:cNvSpPr>
          <p:nvPr userDrawn="1"/>
        </p:nvSpPr>
        <p:spPr>
          <a:xfrm>
            <a:off x="358774" y="6470047"/>
            <a:ext cx="558902" cy="123111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>
            <a:defPPr>
              <a:defRPr lang="en-US"/>
            </a:defPPr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00" kern="120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bg1"/>
                </a:solidFill>
              </a:rPr>
              <a:t>Copyright ©</a:t>
            </a:r>
          </a:p>
        </p:txBody>
      </p:sp>
      <p:sp>
        <p:nvSpPr>
          <p:cNvPr id="11" name="Date Placeholder 12">
            <a:extLst>
              <a:ext uri="{FF2B5EF4-FFF2-40B4-BE49-F238E27FC236}">
                <a16:creationId xmlns:a16="http://schemas.microsoft.com/office/drawing/2014/main" id="{553A6805-9673-0ABA-B546-FF0CF122FE5C}"/>
              </a:ext>
            </a:extLst>
          </p:cNvPr>
          <p:cNvSpPr txBox="1">
            <a:spLocks/>
          </p:cNvSpPr>
          <p:nvPr userDrawn="1"/>
        </p:nvSpPr>
        <p:spPr>
          <a:xfrm>
            <a:off x="1207407" y="6470047"/>
            <a:ext cx="985957" cy="123111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>
            <a:defPPr>
              <a:defRPr lang="en-US"/>
            </a:defPPr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00" kern="120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bg1"/>
                </a:solidFill>
              </a:rPr>
              <a:t>Actian Corporation</a:t>
            </a:r>
          </a:p>
        </p:txBody>
      </p:sp>
    </p:spTree>
    <p:extLst>
      <p:ext uri="{BB962C8B-B14F-4D97-AF65-F5344CB8AC3E}">
        <p14:creationId xmlns:p14="http://schemas.microsoft.com/office/powerpoint/2010/main" val="234484984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hdr="0" dt="0"/>
  <p:extLst>
    <p:ext uri="{DCECCB84-F9BA-43D5-87BE-67443E8EF086}">
      <p15:sldGuideLst xmlns:p15="http://schemas.microsoft.com/office/powerpoint/2012/main">
        <p15:guide id="1" orient="horz" pos="278">
          <p15:clr>
            <a:srgbClr val="FBAE40"/>
          </p15:clr>
        </p15:guide>
        <p15:guide id="2" pos="224">
          <p15:clr>
            <a:srgbClr val="FBAE40"/>
          </p15:clr>
        </p15:guide>
        <p15:guide id="3" pos="7456">
          <p15:clr>
            <a:srgbClr val="FBAE40"/>
          </p15:clr>
        </p15:guide>
        <p15:guide id="4" orient="horz" pos="4102">
          <p15:clr>
            <a:srgbClr val="FBAE40"/>
          </p15:clr>
        </p15:guide>
        <p15:guide id="5" pos="2094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Key Takeaway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ext Placeholder 4">
            <a:extLst>
              <a:ext uri="{FF2B5EF4-FFF2-40B4-BE49-F238E27FC236}">
                <a16:creationId xmlns:a16="http://schemas.microsoft.com/office/drawing/2014/main" id="{7FFDBBAE-304B-8B4B-BABA-E93A9BE7DDE0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5599314" y="1562743"/>
            <a:ext cx="1182001" cy="993775"/>
          </a:xfrm>
        </p:spPr>
        <p:txBody>
          <a:bodyPr anchor="ctr"/>
          <a:lstStyle>
            <a:lvl1pPr marL="0" indent="0" algn="ctr" defTabSz="914400" rtl="0" eaLnBrk="1" latinLnBrk="0" hangingPunct="1">
              <a:lnSpc>
                <a:spcPct val="120000"/>
              </a:lnSpc>
              <a:spcBef>
                <a:spcPts val="1000"/>
              </a:spcBef>
              <a:buFont typeface="Arial" panose="020B0604020202020204" pitchFamily="34" charset="0"/>
              <a:buNone/>
              <a:tabLst/>
              <a:defRPr lang="en-US" sz="11500" b="1" kern="1200" dirty="0" smtClean="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0" indent="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Font typeface="Arial" panose="020B0604020202020204" pitchFamily="34" charset="0"/>
              <a:buNone/>
              <a:tabLst/>
              <a:defRPr lang="en-US" sz="6000" b="1" kern="1200" dirty="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0" indent="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Font typeface="Arial" panose="020B0604020202020204" pitchFamily="34" charset="0"/>
              <a:buNone/>
              <a:tabLst/>
              <a:defRPr lang="en-US" sz="6000" b="1" kern="1200" dirty="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Font typeface="Arial" panose="020B0604020202020204" pitchFamily="34" charset="0"/>
              <a:buNone/>
              <a:tabLst/>
              <a:defRPr lang="en-US" sz="6000" b="1" kern="1200" dirty="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Font typeface="Arial" panose="020B0604020202020204" pitchFamily="34" charset="0"/>
              <a:buNone/>
              <a:tabLst/>
              <a:defRPr lang="en-US" sz="6000" b="1" kern="1200" dirty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 dirty="0"/>
              <a:t>2</a:t>
            </a:r>
          </a:p>
        </p:txBody>
      </p:sp>
      <p:sp>
        <p:nvSpPr>
          <p:cNvPr id="31" name="Text Placeholder 4">
            <a:extLst>
              <a:ext uri="{FF2B5EF4-FFF2-40B4-BE49-F238E27FC236}">
                <a16:creationId xmlns:a16="http://schemas.microsoft.com/office/drawing/2014/main" id="{3679BD41-D875-B247-BC88-570524BA712B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9224896" y="1562743"/>
            <a:ext cx="1172376" cy="993775"/>
          </a:xfrm>
        </p:spPr>
        <p:txBody>
          <a:bodyPr anchor="ctr"/>
          <a:lstStyle>
            <a:lvl1pPr marL="0" indent="0" algn="ctr" defTabSz="914400" rtl="0" eaLnBrk="1" latinLnBrk="0" hangingPunct="1">
              <a:lnSpc>
                <a:spcPct val="120000"/>
              </a:lnSpc>
              <a:spcBef>
                <a:spcPts val="1000"/>
              </a:spcBef>
              <a:buFont typeface="Arial" panose="020B0604020202020204" pitchFamily="34" charset="0"/>
              <a:buNone/>
              <a:tabLst/>
              <a:defRPr lang="en-US" sz="11500" b="1" kern="1200" dirty="0" smtClean="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0" indent="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Font typeface="Arial" panose="020B0604020202020204" pitchFamily="34" charset="0"/>
              <a:buNone/>
              <a:tabLst/>
              <a:defRPr lang="en-US" sz="6000" b="1" kern="1200" dirty="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0" indent="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Font typeface="Arial" panose="020B0604020202020204" pitchFamily="34" charset="0"/>
              <a:buNone/>
              <a:tabLst/>
              <a:defRPr lang="en-US" sz="6000" b="1" kern="1200" dirty="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Font typeface="Arial" panose="020B0604020202020204" pitchFamily="34" charset="0"/>
              <a:buNone/>
              <a:tabLst/>
              <a:defRPr lang="en-US" sz="6000" b="1" kern="1200" dirty="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Font typeface="Arial" panose="020B0604020202020204" pitchFamily="34" charset="0"/>
              <a:buNone/>
              <a:tabLst/>
              <a:defRPr lang="en-US" sz="6000" b="1" kern="1200" dirty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 dirty="0"/>
              <a:t>3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5D4B61C-8DE1-724E-B2AA-4308C23FFB99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1880103" y="1562743"/>
            <a:ext cx="1145171" cy="993775"/>
          </a:xfrm>
        </p:spPr>
        <p:txBody>
          <a:bodyPr anchor="ctr"/>
          <a:lstStyle>
            <a:lvl1pPr marL="0" indent="0" algn="ctr" defTabSz="914400" rtl="0" eaLnBrk="1" latinLnBrk="0" hangingPunct="1">
              <a:lnSpc>
                <a:spcPct val="120000"/>
              </a:lnSpc>
              <a:spcBef>
                <a:spcPts val="1000"/>
              </a:spcBef>
              <a:buFont typeface="Arial" panose="020B0604020202020204" pitchFamily="34" charset="0"/>
              <a:buNone/>
              <a:tabLst/>
              <a:defRPr lang="en-US" sz="11500" b="1" kern="1200" dirty="0" smtClean="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0" indent="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Font typeface="Arial" panose="020B0604020202020204" pitchFamily="34" charset="0"/>
              <a:buNone/>
              <a:tabLst/>
              <a:defRPr lang="en-US" sz="6000" b="1" kern="1200" dirty="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0" indent="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Font typeface="Arial" panose="020B0604020202020204" pitchFamily="34" charset="0"/>
              <a:buNone/>
              <a:tabLst/>
              <a:defRPr lang="en-US" sz="6000" b="1" kern="1200" dirty="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Font typeface="Arial" panose="020B0604020202020204" pitchFamily="34" charset="0"/>
              <a:buNone/>
              <a:tabLst/>
              <a:defRPr lang="en-US" sz="6000" b="1" kern="1200" dirty="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Font typeface="Arial" panose="020B0604020202020204" pitchFamily="34" charset="0"/>
              <a:buNone/>
              <a:tabLst/>
              <a:defRPr lang="en-US" sz="6000" b="1" kern="1200" dirty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 dirty="0"/>
              <a:t>1</a:t>
            </a:r>
          </a:p>
        </p:txBody>
      </p:sp>
      <p:sp>
        <p:nvSpPr>
          <p:cNvPr id="33" name="Text Placeholder 6">
            <a:extLst>
              <a:ext uri="{FF2B5EF4-FFF2-40B4-BE49-F238E27FC236}">
                <a16:creationId xmlns:a16="http://schemas.microsoft.com/office/drawing/2014/main" id="{6996CE65-1B97-E24D-9E1E-AF58B476A3FF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8483934" y="2892872"/>
            <a:ext cx="2654300" cy="2569862"/>
          </a:xfrm>
        </p:spPr>
        <p:txBody>
          <a:bodyPr/>
          <a:lstStyle>
            <a:lvl1pPr marL="0" marR="0" indent="0" algn="l" defTabSz="914400" rtl="0" eaLnBrk="1" fontAlgn="auto" latinLnBrk="0" hangingPunct="1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800"/>
            </a:lvl1pPr>
          </a:lstStyle>
          <a:p>
            <a:pPr marL="0" indent="0">
              <a:buNone/>
            </a:pPr>
            <a:r>
              <a:rPr lang="en-US" sz="2100"/>
              <a:t>Enter Third Key Takeaway</a:t>
            </a:r>
          </a:p>
        </p:txBody>
      </p:sp>
      <p:sp>
        <p:nvSpPr>
          <p:cNvPr id="32" name="Text Placeholder 6">
            <a:extLst>
              <a:ext uri="{FF2B5EF4-FFF2-40B4-BE49-F238E27FC236}">
                <a16:creationId xmlns:a16="http://schemas.microsoft.com/office/drawing/2014/main" id="{C27019E1-5694-A146-8040-C3F37633C78D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4863164" y="2892872"/>
            <a:ext cx="2654300" cy="2569862"/>
          </a:xfrm>
        </p:spPr>
        <p:txBody>
          <a:bodyPr/>
          <a:lstStyle>
            <a:lvl1pPr marL="0" marR="0" indent="0" algn="l" defTabSz="914400" rtl="0" eaLnBrk="1" fontAlgn="auto" latinLnBrk="0" hangingPunct="1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800"/>
            </a:lvl1pPr>
          </a:lstStyle>
          <a:p>
            <a:pPr marL="0" indent="0">
              <a:buNone/>
            </a:pPr>
            <a:r>
              <a:rPr lang="en-US" sz="2100"/>
              <a:t>Enter Second Key Takeaway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09D2AFC7-EE98-E142-B336-8AF28FA41398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1125538" y="2892872"/>
            <a:ext cx="2654300" cy="2569862"/>
          </a:xfrm>
        </p:spPr>
        <p:txBody>
          <a:bodyPr/>
          <a:lstStyle>
            <a:lvl1pPr marL="0" marR="0" indent="0" algn="l" defTabSz="914400" rtl="0" eaLnBrk="1" fontAlgn="auto" latinLnBrk="0" hangingPunct="1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800"/>
            </a:lvl1pPr>
          </a:lstStyle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sz="2100" dirty="0"/>
              <a:t>Enter First Key Takeaway</a:t>
            </a:r>
          </a:p>
        </p:txBody>
      </p:sp>
      <p:sp>
        <p:nvSpPr>
          <p:cNvPr id="18" name="Title 1">
            <a:extLst>
              <a:ext uri="{FF2B5EF4-FFF2-40B4-BE49-F238E27FC236}">
                <a16:creationId xmlns:a16="http://schemas.microsoft.com/office/drawing/2014/main" id="{FDFF88CD-4736-ED44-A53A-CDEB6917D0E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87482" y="395492"/>
            <a:ext cx="11033388" cy="715294"/>
          </a:xfrm>
        </p:spPr>
        <p:txBody>
          <a:bodyPr anchor="b">
            <a:noAutofit/>
          </a:bodyPr>
          <a:lstStyle>
            <a:lvl1pPr>
              <a:defRPr lang="en-US" b="1" smtClean="0">
                <a:solidFill>
                  <a:schemeClr val="accent1"/>
                </a:solidFill>
                <a:effectLst/>
              </a:defRPr>
            </a:lvl1pPr>
          </a:lstStyle>
          <a:p>
            <a:r>
              <a:rPr lang="en-US" dirty="0"/>
              <a:t>Key Takeaways</a:t>
            </a:r>
            <a:endParaRPr lang="en-US" dirty="0">
              <a:solidFill>
                <a:srgbClr val="F7884F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87FC18D-3B48-13D4-2686-04AC86D9C791}"/>
              </a:ext>
            </a:extLst>
          </p:cNvPr>
          <p:cNvSpPr>
            <a:spLocks noGrp="1"/>
          </p:cNvSpPr>
          <p:nvPr>
            <p:ph type="dt" sz="half" idx="29"/>
          </p:nvPr>
        </p:nvSpPr>
        <p:spPr/>
        <p:txBody>
          <a:bodyPr/>
          <a:lstStyle/>
          <a:p>
            <a:fld id="{BD93D066-653E-584C-A70F-7A37DE64DEDE}" type="datetimeyyyy">
              <a:rPr lang="en-PH" smtClean="0"/>
              <a:pPr/>
              <a:t>2026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008877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Key Takeaways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ext Placeholder 4">
            <a:extLst>
              <a:ext uri="{FF2B5EF4-FFF2-40B4-BE49-F238E27FC236}">
                <a16:creationId xmlns:a16="http://schemas.microsoft.com/office/drawing/2014/main" id="{7FFDBBAE-304B-8B4B-BABA-E93A9BE7DDE0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5599314" y="1562743"/>
            <a:ext cx="1182001" cy="993775"/>
          </a:xfrm>
        </p:spPr>
        <p:txBody>
          <a:bodyPr anchor="ctr"/>
          <a:lstStyle>
            <a:lvl1pPr marL="0" indent="0" algn="ctr" defTabSz="914400" rtl="0" eaLnBrk="1" latinLnBrk="0" hangingPunct="1">
              <a:lnSpc>
                <a:spcPct val="120000"/>
              </a:lnSpc>
              <a:spcBef>
                <a:spcPts val="1000"/>
              </a:spcBef>
              <a:buFont typeface="Arial" panose="020B0604020202020204" pitchFamily="34" charset="0"/>
              <a:buNone/>
              <a:tabLst/>
              <a:defRPr lang="en-US" sz="11500" b="1" kern="1200" dirty="0" smtClean="0">
                <a:solidFill>
                  <a:schemeClr val="bg1">
                    <a:lumMod val="8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0" indent="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Font typeface="Arial" panose="020B0604020202020204" pitchFamily="34" charset="0"/>
              <a:buNone/>
              <a:tabLst/>
              <a:defRPr lang="en-US" sz="6000" b="1" kern="1200" dirty="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0" indent="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Font typeface="Arial" panose="020B0604020202020204" pitchFamily="34" charset="0"/>
              <a:buNone/>
              <a:tabLst/>
              <a:defRPr lang="en-US" sz="6000" b="1" kern="1200" dirty="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Font typeface="Arial" panose="020B0604020202020204" pitchFamily="34" charset="0"/>
              <a:buNone/>
              <a:tabLst/>
              <a:defRPr lang="en-US" sz="6000" b="1" kern="1200" dirty="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Font typeface="Arial" panose="020B0604020202020204" pitchFamily="34" charset="0"/>
              <a:buNone/>
              <a:tabLst/>
              <a:defRPr lang="en-US" sz="6000" b="1" kern="1200" dirty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 dirty="0"/>
              <a:t>2</a:t>
            </a:r>
          </a:p>
        </p:txBody>
      </p:sp>
      <p:sp>
        <p:nvSpPr>
          <p:cNvPr id="31" name="Text Placeholder 4">
            <a:extLst>
              <a:ext uri="{FF2B5EF4-FFF2-40B4-BE49-F238E27FC236}">
                <a16:creationId xmlns:a16="http://schemas.microsoft.com/office/drawing/2014/main" id="{3679BD41-D875-B247-BC88-570524BA712B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9224896" y="1562743"/>
            <a:ext cx="1172376" cy="993775"/>
          </a:xfrm>
        </p:spPr>
        <p:txBody>
          <a:bodyPr anchor="ctr"/>
          <a:lstStyle>
            <a:lvl1pPr marL="0" indent="0" algn="ctr" defTabSz="914400" rtl="0" eaLnBrk="1" latinLnBrk="0" hangingPunct="1">
              <a:lnSpc>
                <a:spcPct val="120000"/>
              </a:lnSpc>
              <a:spcBef>
                <a:spcPts val="1000"/>
              </a:spcBef>
              <a:buFont typeface="Arial" panose="020B0604020202020204" pitchFamily="34" charset="0"/>
              <a:buNone/>
              <a:tabLst/>
              <a:defRPr lang="en-US" sz="11500" b="1" kern="1200" dirty="0" smtClean="0">
                <a:solidFill>
                  <a:schemeClr val="bg1">
                    <a:lumMod val="8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0" indent="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Font typeface="Arial" panose="020B0604020202020204" pitchFamily="34" charset="0"/>
              <a:buNone/>
              <a:tabLst/>
              <a:defRPr lang="en-US" sz="6000" b="1" kern="1200" dirty="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0" indent="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Font typeface="Arial" panose="020B0604020202020204" pitchFamily="34" charset="0"/>
              <a:buNone/>
              <a:tabLst/>
              <a:defRPr lang="en-US" sz="6000" b="1" kern="1200" dirty="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Font typeface="Arial" panose="020B0604020202020204" pitchFamily="34" charset="0"/>
              <a:buNone/>
              <a:tabLst/>
              <a:defRPr lang="en-US" sz="6000" b="1" kern="1200" dirty="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Font typeface="Arial" panose="020B0604020202020204" pitchFamily="34" charset="0"/>
              <a:buNone/>
              <a:tabLst/>
              <a:defRPr lang="en-US" sz="6000" b="1" kern="1200" dirty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 dirty="0"/>
              <a:t>3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5D4B61C-8DE1-724E-B2AA-4308C23FFB99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1880103" y="1562743"/>
            <a:ext cx="1145171" cy="993775"/>
          </a:xfrm>
        </p:spPr>
        <p:txBody>
          <a:bodyPr anchor="ctr"/>
          <a:lstStyle>
            <a:lvl1pPr marL="0" indent="0" algn="ctr" defTabSz="914400" rtl="0" eaLnBrk="1" latinLnBrk="0" hangingPunct="1">
              <a:lnSpc>
                <a:spcPct val="120000"/>
              </a:lnSpc>
              <a:spcBef>
                <a:spcPts val="1000"/>
              </a:spcBef>
              <a:buFont typeface="Arial" panose="020B0604020202020204" pitchFamily="34" charset="0"/>
              <a:buNone/>
              <a:tabLst/>
              <a:defRPr lang="en-US" sz="11500" b="1" kern="1200" dirty="0" smtClean="0">
                <a:solidFill>
                  <a:schemeClr val="bg1">
                    <a:lumMod val="8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0" indent="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Font typeface="Arial" panose="020B0604020202020204" pitchFamily="34" charset="0"/>
              <a:buNone/>
              <a:tabLst/>
              <a:defRPr lang="en-US" sz="6000" b="1" kern="1200" dirty="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0" indent="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Font typeface="Arial" panose="020B0604020202020204" pitchFamily="34" charset="0"/>
              <a:buNone/>
              <a:tabLst/>
              <a:defRPr lang="en-US" sz="6000" b="1" kern="1200" dirty="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Font typeface="Arial" panose="020B0604020202020204" pitchFamily="34" charset="0"/>
              <a:buNone/>
              <a:tabLst/>
              <a:defRPr lang="en-US" sz="6000" b="1" kern="1200" dirty="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Font typeface="Arial" panose="020B0604020202020204" pitchFamily="34" charset="0"/>
              <a:buNone/>
              <a:tabLst/>
              <a:defRPr lang="en-US" sz="6000" b="1" kern="1200" dirty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 dirty="0"/>
              <a:t>1</a:t>
            </a:r>
          </a:p>
        </p:txBody>
      </p:sp>
      <p:sp>
        <p:nvSpPr>
          <p:cNvPr id="33" name="Text Placeholder 6">
            <a:extLst>
              <a:ext uri="{FF2B5EF4-FFF2-40B4-BE49-F238E27FC236}">
                <a16:creationId xmlns:a16="http://schemas.microsoft.com/office/drawing/2014/main" id="{6996CE65-1B97-E24D-9E1E-AF58B476A3FF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8483934" y="2892872"/>
            <a:ext cx="2654300" cy="2569862"/>
          </a:xfrm>
        </p:spPr>
        <p:txBody>
          <a:bodyPr/>
          <a:lstStyle>
            <a:lvl1pPr marL="0" marR="0" indent="0" algn="l" defTabSz="914400" rtl="0" eaLnBrk="1" fontAlgn="auto" latinLnBrk="0" hangingPunct="1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800">
                <a:solidFill>
                  <a:schemeClr val="bg1"/>
                </a:solidFill>
              </a:defRPr>
            </a:lvl1pPr>
          </a:lstStyle>
          <a:p>
            <a:pPr marL="0" indent="0">
              <a:buNone/>
            </a:pPr>
            <a:r>
              <a:rPr lang="en-US" sz="2100"/>
              <a:t>Enter Third Key Takeaway</a:t>
            </a:r>
          </a:p>
        </p:txBody>
      </p:sp>
      <p:sp>
        <p:nvSpPr>
          <p:cNvPr id="32" name="Text Placeholder 6">
            <a:extLst>
              <a:ext uri="{FF2B5EF4-FFF2-40B4-BE49-F238E27FC236}">
                <a16:creationId xmlns:a16="http://schemas.microsoft.com/office/drawing/2014/main" id="{C27019E1-5694-A146-8040-C3F37633C78D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4863164" y="2892872"/>
            <a:ext cx="2654300" cy="2569862"/>
          </a:xfrm>
        </p:spPr>
        <p:txBody>
          <a:bodyPr/>
          <a:lstStyle>
            <a:lvl1pPr marL="0" marR="0" indent="0" algn="l" defTabSz="914400" rtl="0" eaLnBrk="1" fontAlgn="auto" latinLnBrk="0" hangingPunct="1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800">
                <a:solidFill>
                  <a:schemeClr val="bg1"/>
                </a:solidFill>
              </a:defRPr>
            </a:lvl1pPr>
          </a:lstStyle>
          <a:p>
            <a:pPr marL="0" indent="0">
              <a:buNone/>
            </a:pPr>
            <a:r>
              <a:rPr lang="en-US" sz="2100"/>
              <a:t>Enter Second Key Takeaway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09D2AFC7-EE98-E142-B336-8AF28FA41398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1125538" y="2892872"/>
            <a:ext cx="2654300" cy="2569862"/>
          </a:xfrm>
        </p:spPr>
        <p:txBody>
          <a:bodyPr/>
          <a:lstStyle>
            <a:lvl1pPr marL="0" marR="0" indent="0" algn="l" defTabSz="914400" rtl="0" eaLnBrk="1" fontAlgn="auto" latinLnBrk="0" hangingPunct="1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800">
                <a:solidFill>
                  <a:schemeClr val="bg1"/>
                </a:soli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sz="2100" dirty="0"/>
              <a:t>Enter First Key Takeaway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BF26A70B-6490-1D45-8EC4-ED68575F1C1D}"/>
              </a:ext>
            </a:extLst>
          </p:cNvPr>
          <p:cNvSpPr/>
          <p:nvPr userDrawn="1"/>
        </p:nvSpPr>
        <p:spPr>
          <a:xfrm>
            <a:off x="8696739" y="6210300"/>
            <a:ext cx="1918252" cy="498613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D7BCEEAE-0673-1A4D-B84D-FA7B266FD528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8989728" y="6253574"/>
            <a:ext cx="2498953" cy="380158"/>
          </a:xfrm>
          <a:prstGeom prst="rect">
            <a:avLst/>
          </a:prstGeom>
        </p:spPr>
      </p:pic>
      <p:sp>
        <p:nvSpPr>
          <p:cNvPr id="6" name="Title 5">
            <a:extLst>
              <a:ext uri="{FF2B5EF4-FFF2-40B4-BE49-F238E27FC236}">
                <a16:creationId xmlns:a16="http://schemas.microsoft.com/office/drawing/2014/main" id="{057E0754-5152-AA41-A3FB-6DF438FFF6E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>
                <a:solidFill>
                  <a:schemeClr val="accent2"/>
                </a:solidFill>
              </a:defRPr>
            </a:lvl1pPr>
          </a:lstStyle>
          <a:p>
            <a:r>
              <a:rPr lang="en-US" dirty="0"/>
              <a:t>Key Takeaways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4BF518C-B953-2278-63BE-28B9F1947D9C}"/>
              </a:ext>
            </a:extLst>
          </p:cNvPr>
          <p:cNvSpPr>
            <a:spLocks noGrp="1"/>
          </p:cNvSpPr>
          <p:nvPr>
            <p:ph type="dt" sz="half" idx="29"/>
          </p:nvPr>
        </p:nvSpPr>
        <p:spPr/>
        <p:txBody>
          <a:bodyPr/>
          <a:lstStyle/>
          <a:p>
            <a:fld id="{BD93D066-653E-584C-A70F-7A37DE64DEDE}" type="datetimeyyyy">
              <a:rPr lang="en-PH" smtClean="0"/>
              <a:pPr/>
              <a:t>2026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5921503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Key Takeaways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ext Placeholder 4">
            <a:extLst>
              <a:ext uri="{FF2B5EF4-FFF2-40B4-BE49-F238E27FC236}">
                <a16:creationId xmlns:a16="http://schemas.microsoft.com/office/drawing/2014/main" id="{7FFDBBAE-304B-8B4B-BABA-E93A9BE7DDE0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5599314" y="1562743"/>
            <a:ext cx="1182001" cy="993775"/>
          </a:xfrm>
        </p:spPr>
        <p:txBody>
          <a:bodyPr anchor="ctr"/>
          <a:lstStyle>
            <a:lvl1pPr marL="0" indent="0" algn="ctr" defTabSz="914400" rtl="0" eaLnBrk="1" latinLnBrk="0" hangingPunct="1">
              <a:lnSpc>
                <a:spcPct val="120000"/>
              </a:lnSpc>
              <a:spcBef>
                <a:spcPts val="1000"/>
              </a:spcBef>
              <a:buFont typeface="Arial" panose="020B0604020202020204" pitchFamily="34" charset="0"/>
              <a:buNone/>
              <a:tabLst/>
              <a:defRPr lang="en-US" sz="11500" b="1" kern="1200" dirty="0" smtClean="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0" indent="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Font typeface="Arial" panose="020B0604020202020204" pitchFamily="34" charset="0"/>
              <a:buNone/>
              <a:tabLst/>
              <a:defRPr lang="en-US" sz="6000" b="1" kern="1200" dirty="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0" indent="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Font typeface="Arial" panose="020B0604020202020204" pitchFamily="34" charset="0"/>
              <a:buNone/>
              <a:tabLst/>
              <a:defRPr lang="en-US" sz="6000" b="1" kern="1200" dirty="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Font typeface="Arial" panose="020B0604020202020204" pitchFamily="34" charset="0"/>
              <a:buNone/>
              <a:tabLst/>
              <a:defRPr lang="en-US" sz="6000" b="1" kern="1200" dirty="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Font typeface="Arial" panose="020B0604020202020204" pitchFamily="34" charset="0"/>
              <a:buNone/>
              <a:tabLst/>
              <a:defRPr lang="en-US" sz="6000" b="1" kern="1200" dirty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 dirty="0"/>
              <a:t>2</a:t>
            </a:r>
          </a:p>
        </p:txBody>
      </p:sp>
      <p:sp>
        <p:nvSpPr>
          <p:cNvPr id="31" name="Text Placeholder 4">
            <a:extLst>
              <a:ext uri="{FF2B5EF4-FFF2-40B4-BE49-F238E27FC236}">
                <a16:creationId xmlns:a16="http://schemas.microsoft.com/office/drawing/2014/main" id="{3679BD41-D875-B247-BC88-570524BA712B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9224896" y="1562743"/>
            <a:ext cx="1172376" cy="993775"/>
          </a:xfrm>
        </p:spPr>
        <p:txBody>
          <a:bodyPr anchor="ctr"/>
          <a:lstStyle>
            <a:lvl1pPr marL="0" indent="0" algn="ctr" defTabSz="914400" rtl="0" eaLnBrk="1" latinLnBrk="0" hangingPunct="1">
              <a:lnSpc>
                <a:spcPct val="120000"/>
              </a:lnSpc>
              <a:spcBef>
                <a:spcPts val="1000"/>
              </a:spcBef>
              <a:buFont typeface="Arial" panose="020B0604020202020204" pitchFamily="34" charset="0"/>
              <a:buNone/>
              <a:tabLst/>
              <a:defRPr lang="en-US" sz="11500" b="1" kern="1200" dirty="0" smtClean="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0" indent="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Font typeface="Arial" panose="020B0604020202020204" pitchFamily="34" charset="0"/>
              <a:buNone/>
              <a:tabLst/>
              <a:defRPr lang="en-US" sz="6000" b="1" kern="1200" dirty="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0" indent="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Font typeface="Arial" panose="020B0604020202020204" pitchFamily="34" charset="0"/>
              <a:buNone/>
              <a:tabLst/>
              <a:defRPr lang="en-US" sz="6000" b="1" kern="1200" dirty="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Font typeface="Arial" panose="020B0604020202020204" pitchFamily="34" charset="0"/>
              <a:buNone/>
              <a:tabLst/>
              <a:defRPr lang="en-US" sz="6000" b="1" kern="1200" dirty="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Font typeface="Arial" panose="020B0604020202020204" pitchFamily="34" charset="0"/>
              <a:buNone/>
              <a:tabLst/>
              <a:defRPr lang="en-US" sz="6000" b="1" kern="1200" dirty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 dirty="0"/>
              <a:t>3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5D4B61C-8DE1-724E-B2AA-4308C23FFB99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1880103" y="1562743"/>
            <a:ext cx="1145171" cy="993775"/>
          </a:xfrm>
        </p:spPr>
        <p:txBody>
          <a:bodyPr anchor="ctr"/>
          <a:lstStyle>
            <a:lvl1pPr marL="0" indent="0" algn="ctr" defTabSz="914400" rtl="0" eaLnBrk="1" latinLnBrk="0" hangingPunct="1">
              <a:lnSpc>
                <a:spcPct val="120000"/>
              </a:lnSpc>
              <a:spcBef>
                <a:spcPts val="1000"/>
              </a:spcBef>
              <a:buFont typeface="Arial" panose="020B0604020202020204" pitchFamily="34" charset="0"/>
              <a:buNone/>
              <a:tabLst/>
              <a:defRPr lang="en-US" sz="11500" b="1" kern="1200" dirty="0" smtClean="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0" indent="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Font typeface="Arial" panose="020B0604020202020204" pitchFamily="34" charset="0"/>
              <a:buNone/>
              <a:tabLst/>
              <a:defRPr lang="en-US" sz="6000" b="1" kern="1200" dirty="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0" indent="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Font typeface="Arial" panose="020B0604020202020204" pitchFamily="34" charset="0"/>
              <a:buNone/>
              <a:tabLst/>
              <a:defRPr lang="en-US" sz="6000" b="1" kern="1200" dirty="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Font typeface="Arial" panose="020B0604020202020204" pitchFamily="34" charset="0"/>
              <a:buNone/>
              <a:tabLst/>
              <a:defRPr lang="en-US" sz="6000" b="1" kern="1200" dirty="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Font typeface="Arial" panose="020B0604020202020204" pitchFamily="34" charset="0"/>
              <a:buNone/>
              <a:tabLst/>
              <a:defRPr lang="en-US" sz="6000" b="1" kern="1200" dirty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 dirty="0"/>
              <a:t>1</a:t>
            </a:r>
          </a:p>
        </p:txBody>
      </p:sp>
      <p:sp>
        <p:nvSpPr>
          <p:cNvPr id="33" name="Text Placeholder 6">
            <a:extLst>
              <a:ext uri="{FF2B5EF4-FFF2-40B4-BE49-F238E27FC236}">
                <a16:creationId xmlns:a16="http://schemas.microsoft.com/office/drawing/2014/main" id="{6996CE65-1B97-E24D-9E1E-AF58B476A3FF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8483934" y="2892872"/>
            <a:ext cx="2654300" cy="2569862"/>
          </a:xfrm>
        </p:spPr>
        <p:txBody>
          <a:bodyPr/>
          <a:lstStyle>
            <a:lvl1pPr marL="0" marR="0" indent="0" algn="l" defTabSz="914400" rtl="0" eaLnBrk="1" fontAlgn="auto" latinLnBrk="0" hangingPunct="1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800">
                <a:solidFill>
                  <a:schemeClr val="tx1"/>
                </a:solidFill>
              </a:defRPr>
            </a:lvl1pPr>
          </a:lstStyle>
          <a:p>
            <a:pPr marL="0" indent="0">
              <a:buNone/>
            </a:pPr>
            <a:r>
              <a:rPr lang="en-US" sz="2100"/>
              <a:t>Enter Third Key Takeaway</a:t>
            </a:r>
          </a:p>
        </p:txBody>
      </p:sp>
      <p:sp>
        <p:nvSpPr>
          <p:cNvPr id="32" name="Text Placeholder 6">
            <a:extLst>
              <a:ext uri="{FF2B5EF4-FFF2-40B4-BE49-F238E27FC236}">
                <a16:creationId xmlns:a16="http://schemas.microsoft.com/office/drawing/2014/main" id="{C27019E1-5694-A146-8040-C3F37633C78D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4863164" y="2892872"/>
            <a:ext cx="2654300" cy="2569862"/>
          </a:xfrm>
        </p:spPr>
        <p:txBody>
          <a:bodyPr/>
          <a:lstStyle>
            <a:lvl1pPr marL="0" marR="0" indent="0" algn="l" defTabSz="914400" rtl="0" eaLnBrk="1" fontAlgn="auto" latinLnBrk="0" hangingPunct="1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800">
                <a:solidFill>
                  <a:schemeClr val="tx1"/>
                </a:solidFill>
              </a:defRPr>
            </a:lvl1pPr>
          </a:lstStyle>
          <a:p>
            <a:pPr marL="0" indent="0">
              <a:buNone/>
            </a:pPr>
            <a:r>
              <a:rPr lang="en-US" sz="2100"/>
              <a:t>Enter Second Key Takeaway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09D2AFC7-EE98-E142-B336-8AF28FA41398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1125538" y="2892872"/>
            <a:ext cx="2654300" cy="2569862"/>
          </a:xfrm>
        </p:spPr>
        <p:txBody>
          <a:bodyPr/>
          <a:lstStyle>
            <a:lvl1pPr marL="0" marR="0" indent="0" algn="l" defTabSz="914400" rtl="0" eaLnBrk="1" fontAlgn="auto" latinLnBrk="0" hangingPunct="1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800">
                <a:solidFill>
                  <a:schemeClr val="tx1"/>
                </a:soli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sz="2100" dirty="0"/>
              <a:t>Enter First Key Takeaway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76BE6890-434B-4A41-AE7B-F7E997E89BD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 dirty="0"/>
              <a:t>Key Takeaways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DF4A599-D4FB-EFEF-0E4B-1F3268C4DD6D}"/>
              </a:ext>
            </a:extLst>
          </p:cNvPr>
          <p:cNvSpPr>
            <a:spLocks noGrp="1"/>
          </p:cNvSpPr>
          <p:nvPr>
            <p:ph type="dt" sz="half" idx="29"/>
          </p:nvPr>
        </p:nvSpPr>
        <p:spPr/>
        <p:txBody>
          <a:bodyPr/>
          <a:lstStyle/>
          <a:p>
            <a:fld id="{BD93D066-653E-584C-A70F-7A37DE64DEDE}" type="datetimeyyyy">
              <a:rPr lang="en-PH" smtClean="0"/>
              <a:pPr/>
              <a:t>2026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9421625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Agenda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5FB5B278-83B7-3046-8766-F3AC294D9E8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 dirty="0"/>
              <a:t>Agenda</a:t>
            </a:r>
          </a:p>
        </p:txBody>
      </p:sp>
      <p:sp>
        <p:nvSpPr>
          <p:cNvPr id="7" name="Content Placeholder 5">
            <a:extLst>
              <a:ext uri="{FF2B5EF4-FFF2-40B4-BE49-F238E27FC236}">
                <a16:creationId xmlns:a16="http://schemas.microsoft.com/office/drawing/2014/main" id="{ECB34F34-D933-FF46-BAD3-AA030BFB1D74}"/>
              </a:ext>
            </a:extLst>
          </p:cNvPr>
          <p:cNvSpPr>
            <a:spLocks noGrp="1"/>
          </p:cNvSpPr>
          <p:nvPr>
            <p:ph sz="quarter" idx="17"/>
          </p:nvPr>
        </p:nvSpPr>
        <p:spPr>
          <a:xfrm>
            <a:off x="587375" y="1600200"/>
            <a:ext cx="6988175" cy="46101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147287E-9097-AE65-608A-20DEE6C9D285}"/>
              </a:ext>
            </a:extLst>
          </p:cNvPr>
          <p:cNvSpPr>
            <a:spLocks noGrp="1"/>
          </p:cNvSpPr>
          <p:nvPr>
            <p:ph type="dt" sz="half" idx="18"/>
          </p:nvPr>
        </p:nvSpPr>
        <p:spPr/>
        <p:txBody>
          <a:bodyPr/>
          <a:lstStyle/>
          <a:p>
            <a:fld id="{BD93D066-653E-584C-A70F-7A37DE64DEDE}" type="datetimeyyyy">
              <a:rPr lang="en-PH" smtClean="0"/>
              <a:pPr/>
              <a:t>2026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440810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Agenda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5FB5B278-83B7-3046-8766-F3AC294D9E8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>
                <a:solidFill>
                  <a:schemeClr val="accent2"/>
                </a:solidFill>
              </a:defRPr>
            </a:lvl1pPr>
          </a:lstStyle>
          <a:p>
            <a:r>
              <a:rPr lang="en-US" dirty="0"/>
              <a:t>Agenda</a:t>
            </a:r>
          </a:p>
        </p:txBody>
      </p:sp>
      <p:sp>
        <p:nvSpPr>
          <p:cNvPr id="7" name="Content Placeholder 5">
            <a:extLst>
              <a:ext uri="{FF2B5EF4-FFF2-40B4-BE49-F238E27FC236}">
                <a16:creationId xmlns:a16="http://schemas.microsoft.com/office/drawing/2014/main" id="{ECB34F34-D933-FF46-BAD3-AA030BFB1D74}"/>
              </a:ext>
            </a:extLst>
          </p:cNvPr>
          <p:cNvSpPr>
            <a:spLocks noGrp="1"/>
          </p:cNvSpPr>
          <p:nvPr>
            <p:ph sz="quarter" idx="17"/>
          </p:nvPr>
        </p:nvSpPr>
        <p:spPr>
          <a:xfrm>
            <a:off x="587375" y="1600200"/>
            <a:ext cx="6988175" cy="461010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EA2FC86C-9D69-0B4B-8EAE-3640C78CEA42}"/>
              </a:ext>
            </a:extLst>
          </p:cNvPr>
          <p:cNvSpPr/>
          <p:nvPr userDrawn="1"/>
        </p:nvSpPr>
        <p:spPr>
          <a:xfrm>
            <a:off x="8696739" y="6210300"/>
            <a:ext cx="1918252" cy="498613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FB2D8EC1-D4F7-9E44-B99B-D1F31A2DC378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8989728" y="6253574"/>
            <a:ext cx="2498953" cy="380158"/>
          </a:xfrm>
          <a:prstGeom prst="rect">
            <a:avLst/>
          </a:prstGeom>
        </p:spPr>
      </p:pic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AB42D88-05CA-6AB4-3AB0-3D05FEBC43A2}"/>
              </a:ext>
            </a:extLst>
          </p:cNvPr>
          <p:cNvSpPr>
            <a:spLocks noGrp="1"/>
          </p:cNvSpPr>
          <p:nvPr>
            <p:ph type="dt" sz="half" idx="18"/>
          </p:nvPr>
        </p:nvSpPr>
        <p:spPr/>
        <p:txBody>
          <a:bodyPr/>
          <a:lstStyle/>
          <a:p>
            <a:fld id="{BD93D066-653E-584C-A70F-7A37DE64DEDE}" type="datetimeyyyy">
              <a:rPr lang="en-PH" smtClean="0"/>
              <a:pPr/>
              <a:t>2026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8007168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Agenda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5FB5B278-83B7-3046-8766-F3AC294D9E8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Agenda</a:t>
            </a:r>
          </a:p>
        </p:txBody>
      </p:sp>
      <p:sp>
        <p:nvSpPr>
          <p:cNvPr id="7" name="Content Placeholder 5">
            <a:extLst>
              <a:ext uri="{FF2B5EF4-FFF2-40B4-BE49-F238E27FC236}">
                <a16:creationId xmlns:a16="http://schemas.microsoft.com/office/drawing/2014/main" id="{ECB34F34-D933-FF46-BAD3-AA030BFB1D74}"/>
              </a:ext>
            </a:extLst>
          </p:cNvPr>
          <p:cNvSpPr>
            <a:spLocks noGrp="1"/>
          </p:cNvSpPr>
          <p:nvPr>
            <p:ph sz="quarter" idx="17"/>
          </p:nvPr>
        </p:nvSpPr>
        <p:spPr>
          <a:xfrm>
            <a:off x="587375" y="1600200"/>
            <a:ext cx="6988175" cy="461010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EE6C7B2-4BA1-45B1-AEC0-F4340EFCDBC9}"/>
              </a:ext>
            </a:extLst>
          </p:cNvPr>
          <p:cNvSpPr>
            <a:spLocks noGrp="1"/>
          </p:cNvSpPr>
          <p:nvPr>
            <p:ph type="dt" sz="half" idx="18"/>
          </p:nvPr>
        </p:nvSpPr>
        <p:spPr/>
        <p:txBody>
          <a:bodyPr/>
          <a:lstStyle/>
          <a:p>
            <a:fld id="{BD93D066-653E-584C-A70F-7A37DE64DEDE}" type="datetimeyyyy">
              <a:rPr lang="en-PH" smtClean="0"/>
              <a:pPr/>
              <a:t>2026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3480253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with 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5038A84F-299D-4840-B938-87ABA42AB2B4}"/>
              </a:ext>
            </a:extLst>
          </p:cNvPr>
          <p:cNvSpPr/>
          <p:nvPr userDrawn="1"/>
        </p:nvSpPr>
        <p:spPr>
          <a:xfrm>
            <a:off x="8808720" y="6199322"/>
            <a:ext cx="3062982" cy="48934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Content Placeholder 5">
            <a:extLst>
              <a:ext uri="{FF2B5EF4-FFF2-40B4-BE49-F238E27FC236}">
                <a16:creationId xmlns:a16="http://schemas.microsoft.com/office/drawing/2014/main" id="{19C70DF3-C46A-0C4F-9EE9-A292209A1592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587375" y="1600200"/>
            <a:ext cx="6988175" cy="4610100"/>
          </a:xfr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A5ED40E-3BDF-834C-B342-0AACC13AADE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87482" y="395492"/>
            <a:ext cx="6987433" cy="715294"/>
          </a:xfrm>
        </p:spPr>
        <p:txBody>
          <a:bodyPr anchor="b">
            <a:noAutofit/>
          </a:bodyPr>
          <a:lstStyle>
            <a:lvl1pPr>
              <a:defRPr lang="en-US" b="1" smtClean="0">
                <a:solidFill>
                  <a:schemeClr val="accent1"/>
                </a:solidFill>
                <a:effectLst/>
              </a:defRPr>
            </a:lvl1pPr>
          </a:lstStyle>
          <a:p>
            <a:r>
              <a:rPr lang="en-US" dirty="0"/>
              <a:t>Agenda</a:t>
            </a:r>
          </a:p>
        </p:txBody>
      </p:sp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9A2D2736-BFBA-BB47-995A-EF5AB50AE88D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8355013" y="293688"/>
            <a:ext cx="3532187" cy="6254750"/>
          </a:xfrm>
          <a:prstGeom prst="rect">
            <a:avLst/>
          </a:prstGeom>
        </p:spPr>
        <p:txBody>
          <a:bodyPr anchor="ctr">
            <a:normAutofit/>
          </a:bodyPr>
          <a:lstStyle>
            <a:lvl1pPr marL="0" indent="0" algn="ctr">
              <a:buNone/>
              <a:defRPr sz="2100"/>
            </a:lvl1pPr>
          </a:lstStyle>
          <a:p>
            <a:r>
              <a:rPr lang="en-US" dirty="0"/>
              <a:t>Drag image here or click the icon to prompt image insert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89874FC-73F8-3F09-BEB0-EC53CBF0CECC}"/>
              </a:ext>
            </a:extLst>
          </p:cNvPr>
          <p:cNvSpPr>
            <a:spLocks noGrp="1"/>
          </p:cNvSpPr>
          <p:nvPr>
            <p:ph type="dt" sz="half" idx="19"/>
          </p:nvPr>
        </p:nvSpPr>
        <p:spPr/>
        <p:txBody>
          <a:bodyPr/>
          <a:lstStyle/>
          <a:p>
            <a:fld id="{BD93D066-653E-584C-A70F-7A37DE64DEDE}" type="datetimeyyyy">
              <a:rPr lang="en-PH" smtClean="0"/>
              <a:pPr/>
              <a:t>2026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9372786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ontent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4FCB1739-2088-F54F-A6AF-3FF8B473DB03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587375" y="2057401"/>
            <a:ext cx="6986588" cy="41529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A5ED40E-3BDF-834C-B342-0AACC13AADE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87482" y="395492"/>
            <a:ext cx="11024510" cy="715294"/>
          </a:xfrm>
        </p:spPr>
        <p:txBody>
          <a:bodyPr anchor="b">
            <a:noAutofit/>
          </a:bodyPr>
          <a:lstStyle>
            <a:lvl1pPr>
              <a:defRPr lang="en-US" b="1" smtClean="0">
                <a:solidFill>
                  <a:schemeClr val="accent1"/>
                </a:solidFill>
                <a:effectLst/>
              </a:defRPr>
            </a:lvl1pPr>
          </a:lstStyle>
          <a:p>
            <a:r>
              <a:rPr lang="en-US" dirty="0"/>
              <a:t>Page Title Placeholder </a:t>
            </a: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27B582C0-F1B4-5E45-B235-6254D715FB52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86740" y="1120581"/>
            <a:ext cx="11025288" cy="479619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None/>
              <a:defRPr sz="2500">
                <a:solidFill>
                  <a:schemeClr val="tx2"/>
                </a:solidFill>
              </a:defRPr>
            </a:lvl1pPr>
          </a:lstStyle>
          <a:p>
            <a:pPr lvl="0"/>
            <a:r>
              <a:rPr lang="en-US" dirty="0"/>
              <a:t>Subtitle Placeholder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7B5057D-B3F6-D6CA-0DD4-A13074526C33}"/>
              </a:ext>
            </a:extLst>
          </p:cNvPr>
          <p:cNvSpPr>
            <a:spLocks noGrp="1"/>
          </p:cNvSpPr>
          <p:nvPr>
            <p:ph type="dt" sz="half" idx="17"/>
          </p:nvPr>
        </p:nvSpPr>
        <p:spPr/>
        <p:txBody>
          <a:bodyPr/>
          <a:lstStyle/>
          <a:p>
            <a:fld id="{BD93D066-653E-584C-A70F-7A37DE64DEDE}" type="datetimeyyyy">
              <a:rPr lang="en-PH" smtClean="0"/>
              <a:pPr/>
              <a:t>2026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0123454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Content 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4FCB1739-2088-F54F-A6AF-3FF8B473DB03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587375" y="2057401"/>
            <a:ext cx="6986588" cy="415290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A5ED40E-3BDF-834C-B342-0AACC13AADE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87482" y="395492"/>
            <a:ext cx="11024510" cy="715294"/>
          </a:xfrm>
        </p:spPr>
        <p:txBody>
          <a:bodyPr anchor="b">
            <a:noAutofit/>
          </a:bodyPr>
          <a:lstStyle>
            <a:lvl1pPr>
              <a:defRPr lang="en-US" b="1" smtClean="0">
                <a:solidFill>
                  <a:schemeClr val="accent2"/>
                </a:solidFill>
                <a:effectLst/>
              </a:defRPr>
            </a:lvl1pPr>
          </a:lstStyle>
          <a:p>
            <a:r>
              <a:rPr lang="en-US" dirty="0"/>
              <a:t>Page Title Placeholder </a:t>
            </a: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27B582C0-F1B4-5E45-B235-6254D715FB52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86740" y="1120581"/>
            <a:ext cx="11025288" cy="479619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None/>
              <a:defRPr sz="25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Subtitle Placeholder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AE41A0F8-F954-7F40-8D91-EDCAB95ABA53}"/>
              </a:ext>
            </a:extLst>
          </p:cNvPr>
          <p:cNvSpPr/>
          <p:nvPr userDrawn="1"/>
        </p:nvSpPr>
        <p:spPr>
          <a:xfrm>
            <a:off x="8696739" y="6210300"/>
            <a:ext cx="1918252" cy="498613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9DC4C1AB-37D9-AB49-8F76-D6DF72E0D76F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8989728" y="6253574"/>
            <a:ext cx="2498953" cy="380158"/>
          </a:xfrm>
          <a:prstGeom prst="rect">
            <a:avLst/>
          </a:prstGeom>
        </p:spPr>
      </p:pic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D946DD9-DBF3-15BB-DA9B-58E7EEE5431C}"/>
              </a:ext>
            </a:extLst>
          </p:cNvPr>
          <p:cNvSpPr>
            <a:spLocks noGrp="1"/>
          </p:cNvSpPr>
          <p:nvPr>
            <p:ph type="dt" sz="half" idx="17"/>
          </p:nvPr>
        </p:nvSpPr>
        <p:spPr/>
        <p:txBody>
          <a:bodyPr/>
          <a:lstStyle/>
          <a:p>
            <a:fld id="{BD93D066-653E-584C-A70F-7A37DE64DEDE}" type="datetimeyyyy">
              <a:rPr lang="en-PH" smtClean="0"/>
              <a:pPr/>
              <a:t>2026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5150616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Content 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4FCB1739-2088-F54F-A6AF-3FF8B473DB03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587375" y="2057401"/>
            <a:ext cx="6986588" cy="415290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A5ED40E-3BDF-834C-B342-0AACC13AADE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87481" y="395492"/>
            <a:ext cx="11015633" cy="715294"/>
          </a:xfrm>
        </p:spPr>
        <p:txBody>
          <a:bodyPr anchor="b">
            <a:noAutofit/>
          </a:bodyPr>
          <a:lstStyle>
            <a:lvl1pPr>
              <a:defRPr lang="en-US" b="1" smtClean="0">
                <a:solidFill>
                  <a:schemeClr val="accent1"/>
                </a:solidFill>
                <a:effectLst/>
              </a:defRPr>
            </a:lvl1pPr>
          </a:lstStyle>
          <a:p>
            <a:r>
              <a:rPr lang="en-US" dirty="0"/>
              <a:t>Page Title Placeholder </a:t>
            </a: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27B582C0-F1B4-5E45-B235-6254D715FB52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86740" y="1120581"/>
            <a:ext cx="11016410" cy="479619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None/>
              <a:defRPr sz="250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Subtitle Placeholder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6C24B3F-EF35-1389-6AD6-E8A249522972}"/>
              </a:ext>
            </a:extLst>
          </p:cNvPr>
          <p:cNvSpPr>
            <a:spLocks noGrp="1"/>
          </p:cNvSpPr>
          <p:nvPr>
            <p:ph type="dt" sz="half" idx="17"/>
          </p:nvPr>
        </p:nvSpPr>
        <p:spPr/>
        <p:txBody>
          <a:bodyPr/>
          <a:lstStyle/>
          <a:p>
            <a:fld id="{BD93D066-653E-584C-A70F-7A37DE64DEDE}" type="datetimeyyyy">
              <a:rPr lang="en-PH" smtClean="0"/>
              <a:pPr/>
              <a:t>2026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176427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ontent + 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8EBE8CA-3E13-334A-A201-6659DA8D8161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587375" y="1600200"/>
            <a:ext cx="6988175" cy="46101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A5ED40E-3BDF-834C-B342-0AACC13AADE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87482" y="395492"/>
            <a:ext cx="11024510" cy="715294"/>
          </a:xfrm>
        </p:spPr>
        <p:txBody>
          <a:bodyPr anchor="b">
            <a:noAutofit/>
          </a:bodyPr>
          <a:lstStyle>
            <a:lvl1pPr>
              <a:defRPr lang="en-US" b="1" smtClean="0">
                <a:solidFill>
                  <a:schemeClr val="accent1"/>
                </a:solidFill>
                <a:effectLst/>
              </a:defRPr>
            </a:lvl1pPr>
          </a:lstStyle>
          <a:p>
            <a:r>
              <a:rPr lang="en-US" dirty="0"/>
              <a:t>Page Title Placeholder 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2F7CC5F-3049-0D4B-DDA1-39F977C2FF08}"/>
              </a:ext>
            </a:extLst>
          </p:cNvPr>
          <p:cNvSpPr>
            <a:spLocks noGrp="1"/>
          </p:cNvSpPr>
          <p:nvPr>
            <p:ph type="dt" sz="half" idx="16"/>
          </p:nvPr>
        </p:nvSpPr>
        <p:spPr/>
        <p:txBody>
          <a:bodyPr/>
          <a:lstStyle/>
          <a:p>
            <a:fld id="{BD93D066-653E-584C-A70F-7A37DE64DEDE}" type="datetimeyyyy">
              <a:rPr lang="en-PH" smtClean="0"/>
              <a:pPr/>
              <a:t>2026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9531377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Content + Title Only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8EBE8CA-3E13-334A-A201-6659DA8D8161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587375" y="1600200"/>
            <a:ext cx="6988175" cy="461010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A5ED40E-3BDF-834C-B342-0AACC13AADE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87482" y="395492"/>
            <a:ext cx="11033388" cy="715294"/>
          </a:xfrm>
        </p:spPr>
        <p:txBody>
          <a:bodyPr anchor="b">
            <a:noAutofit/>
          </a:bodyPr>
          <a:lstStyle>
            <a:lvl1pPr>
              <a:defRPr lang="en-US" b="1" smtClean="0">
                <a:solidFill>
                  <a:schemeClr val="accent2"/>
                </a:solidFill>
                <a:effectLst/>
              </a:defRPr>
            </a:lvl1pPr>
          </a:lstStyle>
          <a:p>
            <a:r>
              <a:rPr lang="en-US" dirty="0"/>
              <a:t>Page Title Placeholder 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7F6ACACC-B11C-B947-B2EE-2067A244496C}"/>
              </a:ext>
            </a:extLst>
          </p:cNvPr>
          <p:cNvSpPr/>
          <p:nvPr userDrawn="1"/>
        </p:nvSpPr>
        <p:spPr>
          <a:xfrm>
            <a:off x="8696739" y="6210300"/>
            <a:ext cx="1918252" cy="498613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B1BF1600-8E4D-A246-8A20-81BFE2701181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8989728" y="6253574"/>
            <a:ext cx="2498953" cy="380158"/>
          </a:xfrm>
          <a:prstGeom prst="rect">
            <a:avLst/>
          </a:prstGeom>
        </p:spPr>
      </p:pic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4CFB62F-2C61-5AB8-7A35-38DBCA4E6534}"/>
              </a:ext>
            </a:extLst>
          </p:cNvPr>
          <p:cNvSpPr>
            <a:spLocks noGrp="1"/>
          </p:cNvSpPr>
          <p:nvPr>
            <p:ph type="dt" sz="half" idx="16"/>
          </p:nvPr>
        </p:nvSpPr>
        <p:spPr/>
        <p:txBody>
          <a:bodyPr/>
          <a:lstStyle/>
          <a:p>
            <a:fld id="{BD93D066-653E-584C-A70F-7A37DE64DEDE}" type="datetimeyyyy">
              <a:rPr lang="en-PH" smtClean="0"/>
              <a:pPr/>
              <a:t>2026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7290884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Content + Title Only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8EBE8CA-3E13-334A-A201-6659DA8D8161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587375" y="1600200"/>
            <a:ext cx="6988175" cy="461010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A5ED40E-3BDF-834C-B342-0AACC13AADE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87482" y="395492"/>
            <a:ext cx="11033388" cy="715294"/>
          </a:xfrm>
        </p:spPr>
        <p:txBody>
          <a:bodyPr anchor="b">
            <a:noAutofit/>
          </a:bodyPr>
          <a:lstStyle>
            <a:lvl1pPr>
              <a:defRPr lang="en-US" b="1" smtClean="0">
                <a:solidFill>
                  <a:schemeClr val="accent1"/>
                </a:solidFill>
                <a:effectLst/>
              </a:defRPr>
            </a:lvl1pPr>
          </a:lstStyle>
          <a:p>
            <a:r>
              <a:rPr lang="en-US" dirty="0"/>
              <a:t>Page Title Placeholder 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A8BA5C7-9915-DAB9-2327-C04348E46F9A}"/>
              </a:ext>
            </a:extLst>
          </p:cNvPr>
          <p:cNvSpPr>
            <a:spLocks noGrp="1"/>
          </p:cNvSpPr>
          <p:nvPr>
            <p:ph type="dt" sz="half" idx="16"/>
          </p:nvPr>
        </p:nvSpPr>
        <p:spPr/>
        <p:txBody>
          <a:bodyPr/>
          <a:lstStyle/>
          <a:p>
            <a:fld id="{BD93D066-653E-584C-A70F-7A37DE64DEDE}" type="datetimeyyyy">
              <a:rPr lang="en-PH" smtClean="0"/>
              <a:pPr/>
              <a:t>2026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2375233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5ED40E-3BDF-834C-B342-0AACC13AADE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87482" y="395492"/>
            <a:ext cx="11033388" cy="715294"/>
          </a:xfrm>
        </p:spPr>
        <p:txBody>
          <a:bodyPr anchor="b">
            <a:noAutofit/>
          </a:bodyPr>
          <a:lstStyle>
            <a:lvl1pPr>
              <a:defRPr lang="en-US" b="1" smtClean="0">
                <a:solidFill>
                  <a:schemeClr val="accent1"/>
                </a:solidFill>
                <a:effectLst/>
              </a:defRPr>
            </a:lvl1pPr>
          </a:lstStyle>
          <a:p>
            <a:r>
              <a:rPr lang="en-US" dirty="0"/>
              <a:t>Page Title Placeholder </a:t>
            </a:r>
            <a:endParaRPr lang="en-US" dirty="0">
              <a:solidFill>
                <a:srgbClr val="F7884F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27B582C0-F1B4-5E45-B235-6254D715FB52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86739" y="1120581"/>
            <a:ext cx="11034167" cy="479619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None/>
              <a:defRPr sz="2500">
                <a:solidFill>
                  <a:schemeClr val="tx2"/>
                </a:solidFill>
              </a:defRPr>
            </a:lvl1pPr>
          </a:lstStyle>
          <a:p>
            <a:pPr lvl="0"/>
            <a:r>
              <a:rPr lang="en-US" dirty="0"/>
              <a:t>Subtitle Placeholder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9378D16A-296F-504C-9993-61D859544475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587375" y="2057594"/>
            <a:ext cx="5302930" cy="415270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CD724D81-F1E9-6F46-B84C-B7FD3F439A5C}"/>
              </a:ext>
            </a:extLst>
          </p:cNvPr>
          <p:cNvSpPr>
            <a:spLocks noGrp="1"/>
          </p:cNvSpPr>
          <p:nvPr>
            <p:ph sz="quarter" idx="17"/>
          </p:nvPr>
        </p:nvSpPr>
        <p:spPr>
          <a:xfrm>
            <a:off x="6301697" y="2057400"/>
            <a:ext cx="5319173" cy="415234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B664ACB-1075-7A85-6C00-FC2A0099C610}"/>
              </a:ext>
            </a:extLst>
          </p:cNvPr>
          <p:cNvSpPr>
            <a:spLocks noGrp="1"/>
          </p:cNvSpPr>
          <p:nvPr>
            <p:ph type="dt" sz="half" idx="18"/>
          </p:nvPr>
        </p:nvSpPr>
        <p:spPr/>
        <p:txBody>
          <a:bodyPr/>
          <a:lstStyle/>
          <a:p>
            <a:fld id="{BD93D066-653E-584C-A70F-7A37DE64DEDE}" type="datetimeyyyy">
              <a:rPr lang="en-PH" smtClean="0"/>
              <a:pPr/>
              <a:t>2026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919985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 + 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5ED40E-3BDF-834C-B342-0AACC13AADE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87482" y="395492"/>
            <a:ext cx="11024510" cy="715294"/>
          </a:xfrm>
        </p:spPr>
        <p:txBody>
          <a:bodyPr anchor="b">
            <a:noAutofit/>
          </a:bodyPr>
          <a:lstStyle>
            <a:lvl1pPr>
              <a:defRPr lang="en-US" b="1" smtClean="0">
                <a:solidFill>
                  <a:schemeClr val="accent1"/>
                </a:solidFill>
                <a:effectLst/>
              </a:defRPr>
            </a:lvl1pPr>
          </a:lstStyle>
          <a:p>
            <a:r>
              <a:rPr lang="en-US" dirty="0"/>
              <a:t>Page Title Placeholder </a:t>
            </a:r>
            <a:endParaRPr lang="en-US" dirty="0">
              <a:solidFill>
                <a:srgbClr val="F7884F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9378D16A-296F-504C-9993-61D859544475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587374" y="1600200"/>
            <a:ext cx="5267417" cy="46101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CD724D81-F1E9-6F46-B84C-B7FD3F439A5C}"/>
              </a:ext>
            </a:extLst>
          </p:cNvPr>
          <p:cNvSpPr>
            <a:spLocks noGrp="1"/>
          </p:cNvSpPr>
          <p:nvPr>
            <p:ph sz="quarter" idx="17"/>
          </p:nvPr>
        </p:nvSpPr>
        <p:spPr>
          <a:xfrm>
            <a:off x="6344575" y="1600046"/>
            <a:ext cx="5267417" cy="460969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D543B7A-7457-C3F5-6697-B7F5D891D1A3}"/>
              </a:ext>
            </a:extLst>
          </p:cNvPr>
          <p:cNvSpPr>
            <a:spLocks noGrp="1"/>
          </p:cNvSpPr>
          <p:nvPr>
            <p:ph type="dt" sz="half" idx="18"/>
          </p:nvPr>
        </p:nvSpPr>
        <p:spPr/>
        <p:txBody>
          <a:bodyPr/>
          <a:lstStyle/>
          <a:p>
            <a:fld id="{BD93D066-653E-584C-A70F-7A37DE64DEDE}" type="datetimeyyyy">
              <a:rPr lang="en-PH" smtClean="0"/>
              <a:pPr/>
              <a:t>2026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4820225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E48DB62-3DAB-FB9B-CFE4-5E81946DB5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93D066-653E-584C-A70F-7A37DE64DEDE}" type="datetimeyyyy">
              <a:rPr lang="en-PH" smtClean="0"/>
              <a:pPr/>
              <a:t>2026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7456409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_Blank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3000C850-AFEA-0B4C-8CA9-E20CFCC00573}"/>
              </a:ext>
            </a:extLst>
          </p:cNvPr>
          <p:cNvSpPr/>
          <p:nvPr userDrawn="1"/>
        </p:nvSpPr>
        <p:spPr>
          <a:xfrm>
            <a:off x="8696739" y="6210300"/>
            <a:ext cx="1918252" cy="498613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7075E2C9-8359-2341-86BD-50047499C0E3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8989728" y="6253574"/>
            <a:ext cx="2498953" cy="380158"/>
          </a:xfrm>
          <a:prstGeom prst="rect">
            <a:avLst/>
          </a:prstGeom>
        </p:spPr>
      </p:pic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72EB18F-6E00-89E5-A7EC-CA1328FBDE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93D066-653E-584C-A70F-7A37DE64DEDE}" type="datetimeyyyy">
              <a:rPr lang="en-PH" smtClean="0"/>
              <a:pPr/>
              <a:t>2026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0759121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_Blank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839CA07-552C-6C86-735E-62218D4043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93D066-653E-584C-A70F-7A37DE64DEDE}" type="datetimeyyyy">
              <a:rPr lang="en-PH" smtClean="0"/>
              <a:pPr/>
              <a:t>2026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9763853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5ED40E-3BDF-834C-B342-0AACC13AADE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87482" y="395492"/>
            <a:ext cx="11033388" cy="715294"/>
          </a:xfrm>
        </p:spPr>
        <p:txBody>
          <a:bodyPr anchor="b">
            <a:noAutofit/>
          </a:bodyPr>
          <a:lstStyle>
            <a:lvl1pPr>
              <a:defRPr lang="en-US" b="1" smtClean="0">
                <a:solidFill>
                  <a:schemeClr val="accent1"/>
                </a:solidFill>
                <a:effectLst/>
              </a:defRPr>
            </a:lvl1pPr>
          </a:lstStyle>
          <a:p>
            <a:r>
              <a:rPr lang="en-US" dirty="0"/>
              <a:t>Page Title Placeholder </a:t>
            </a:r>
            <a:endParaRPr lang="en-US" dirty="0">
              <a:solidFill>
                <a:srgbClr val="F7884F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1360241-1F0A-30E9-2B4C-29B594F801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93D066-653E-584C-A70F-7A37DE64DEDE}" type="datetimeyyyy">
              <a:rPr lang="en-PH" smtClean="0"/>
              <a:pPr/>
              <a:t>2026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0942948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_Title Only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5ED40E-3BDF-834C-B342-0AACC13AADE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87482" y="395492"/>
            <a:ext cx="11033388" cy="715294"/>
          </a:xfrm>
        </p:spPr>
        <p:txBody>
          <a:bodyPr anchor="b">
            <a:noAutofit/>
          </a:bodyPr>
          <a:lstStyle>
            <a:lvl1pPr>
              <a:defRPr lang="en-US" b="1" smtClean="0">
                <a:solidFill>
                  <a:schemeClr val="accent2"/>
                </a:solidFill>
                <a:effectLst/>
              </a:defRPr>
            </a:lvl1pPr>
          </a:lstStyle>
          <a:p>
            <a:r>
              <a:rPr lang="en-US" dirty="0"/>
              <a:t>Page Title Placeholder </a:t>
            </a:r>
            <a:endParaRPr lang="en-US" dirty="0">
              <a:solidFill>
                <a:srgbClr val="F7884F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7A94817-AA98-CD4C-AB72-1B5A4A231E9D}"/>
              </a:ext>
            </a:extLst>
          </p:cNvPr>
          <p:cNvSpPr/>
          <p:nvPr userDrawn="1"/>
        </p:nvSpPr>
        <p:spPr>
          <a:xfrm>
            <a:off x="8696739" y="6210300"/>
            <a:ext cx="1918252" cy="498613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19C3CC6C-DF3B-514D-8113-59273FD40843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8989728" y="6253574"/>
            <a:ext cx="2498953" cy="380158"/>
          </a:xfrm>
          <a:prstGeom prst="rect">
            <a:avLst/>
          </a:prstGeom>
        </p:spPr>
      </p:pic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94B1466-3CA3-1EDB-D443-EAFFC03B5F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93D066-653E-584C-A70F-7A37DE64DEDE}" type="datetimeyyyy">
              <a:rPr lang="en-PH" smtClean="0"/>
              <a:pPr/>
              <a:t>2026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2562203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_Title Only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5ED40E-3BDF-834C-B342-0AACC13AADE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87482" y="395492"/>
            <a:ext cx="11024510" cy="715294"/>
          </a:xfrm>
        </p:spPr>
        <p:txBody>
          <a:bodyPr anchor="b">
            <a:noAutofit/>
          </a:bodyPr>
          <a:lstStyle>
            <a:lvl1pPr>
              <a:defRPr lang="en-US" b="1" smtClean="0">
                <a:solidFill>
                  <a:schemeClr val="accent1"/>
                </a:solidFill>
                <a:effectLst/>
              </a:defRPr>
            </a:lvl1pPr>
          </a:lstStyle>
          <a:p>
            <a:r>
              <a:rPr lang="en-US" dirty="0"/>
              <a:t>Page Title Placeholder </a:t>
            </a:r>
            <a:endParaRPr lang="en-US" dirty="0">
              <a:solidFill>
                <a:srgbClr val="F7884F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2084C6D-4274-12CB-5D2D-84CF9BE8B9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93D066-653E-584C-A70F-7A37DE64DEDE}" type="datetimeyyyy">
              <a:rPr lang="en-PH" smtClean="0"/>
              <a:pPr/>
              <a:t>2026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4314729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2 Line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8A6B53C7-6C8A-EF4D-991C-96328DBE6FA9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585788" y="2514599"/>
            <a:ext cx="6989762" cy="369570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A5ED40E-3BDF-834C-B342-0AACC13AADE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87482" y="557050"/>
            <a:ext cx="11033388" cy="1033991"/>
          </a:xfrm>
        </p:spPr>
        <p:txBody>
          <a:bodyPr anchor="b">
            <a:noAutofit/>
          </a:bodyPr>
          <a:lstStyle>
            <a:lvl1pPr>
              <a:lnSpc>
                <a:spcPct val="100000"/>
              </a:lnSpc>
              <a:defRPr lang="en-US" b="1" smtClean="0">
                <a:solidFill>
                  <a:schemeClr val="accent1"/>
                </a:solidFill>
                <a:effectLst/>
              </a:defRPr>
            </a:lvl1pPr>
          </a:lstStyle>
          <a:p>
            <a:r>
              <a:rPr lang="en-US" dirty="0"/>
              <a:t>Page Title Placeholder </a:t>
            </a:r>
            <a:br>
              <a:rPr lang="en-US" dirty="0"/>
            </a:br>
            <a:r>
              <a:rPr lang="en-US" dirty="0"/>
              <a:t>Multiple Line Header Sample</a:t>
            </a:r>
            <a:endParaRPr lang="en-US" dirty="0">
              <a:solidFill>
                <a:srgbClr val="F7884F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27B582C0-F1B4-5E45-B235-6254D715FB52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86739" y="1610168"/>
            <a:ext cx="11034167" cy="447232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None/>
              <a:defRPr sz="2500">
                <a:solidFill>
                  <a:schemeClr val="tx2"/>
                </a:solidFill>
              </a:defRPr>
            </a:lvl1pPr>
          </a:lstStyle>
          <a:p>
            <a:pPr lvl="0"/>
            <a:r>
              <a:rPr lang="en-US" dirty="0"/>
              <a:t>Subtitle Placeholder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F403459-3CAB-8928-9D7A-F8EE6461A88E}"/>
              </a:ext>
            </a:extLst>
          </p:cNvPr>
          <p:cNvSpPr>
            <a:spLocks noGrp="1"/>
          </p:cNvSpPr>
          <p:nvPr>
            <p:ph type="dt" sz="half" idx="16"/>
          </p:nvPr>
        </p:nvSpPr>
        <p:spPr/>
        <p:txBody>
          <a:bodyPr/>
          <a:lstStyle/>
          <a:p>
            <a:fld id="{BD93D066-653E-584C-A70F-7A37DE64DEDE}" type="datetimeyyyy">
              <a:rPr lang="en-PH" smtClean="0"/>
              <a:pPr/>
              <a:t>2026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4652610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2 Line Header + 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8A6B53C7-6C8A-EF4D-991C-96328DBE6FA9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585788" y="2066561"/>
            <a:ext cx="6989762" cy="414374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A5ED40E-3BDF-834C-B342-0AACC13AADE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87482" y="557050"/>
            <a:ext cx="11033388" cy="1033991"/>
          </a:xfrm>
        </p:spPr>
        <p:txBody>
          <a:bodyPr anchor="b">
            <a:noAutofit/>
          </a:bodyPr>
          <a:lstStyle>
            <a:lvl1pPr>
              <a:lnSpc>
                <a:spcPct val="100000"/>
              </a:lnSpc>
              <a:defRPr lang="en-US" b="1" smtClean="0">
                <a:solidFill>
                  <a:schemeClr val="accent1"/>
                </a:solidFill>
                <a:effectLst/>
              </a:defRPr>
            </a:lvl1pPr>
          </a:lstStyle>
          <a:p>
            <a:r>
              <a:rPr lang="en-US" dirty="0"/>
              <a:t>Page Title Placeholder </a:t>
            </a:r>
            <a:br>
              <a:rPr lang="en-US" dirty="0"/>
            </a:br>
            <a:r>
              <a:rPr lang="en-US" dirty="0"/>
              <a:t>Multiple Line Header Sample</a:t>
            </a:r>
            <a:endParaRPr lang="en-US" dirty="0">
              <a:solidFill>
                <a:srgbClr val="F7884F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6A97858-9BE7-716C-8517-DF53D7094423}"/>
              </a:ext>
            </a:extLst>
          </p:cNvPr>
          <p:cNvSpPr>
            <a:spLocks noGrp="1"/>
          </p:cNvSpPr>
          <p:nvPr>
            <p:ph type="dt" sz="half" idx="16"/>
          </p:nvPr>
        </p:nvSpPr>
        <p:spPr/>
        <p:txBody>
          <a:bodyPr/>
          <a:lstStyle/>
          <a:p>
            <a:fld id="{BD93D066-653E-584C-A70F-7A37DE64DEDE}" type="datetimeyyyy">
              <a:rPr lang="en-PH" smtClean="0"/>
              <a:pPr/>
              <a:t>2026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76935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2 Line Header + 2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54876AF9-4E67-6742-A567-9D6633A6E7E0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6362329" y="2514599"/>
            <a:ext cx="5258541" cy="36957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388B4DA-5AC5-7B4B-BB18-DF4B84C53092}"/>
              </a:ext>
            </a:extLst>
          </p:cNvPr>
          <p:cNvSpPr>
            <a:spLocks noGrp="1"/>
          </p:cNvSpPr>
          <p:nvPr>
            <p:ph sz="quarter" idx="17"/>
          </p:nvPr>
        </p:nvSpPr>
        <p:spPr>
          <a:xfrm>
            <a:off x="585787" y="2514600"/>
            <a:ext cx="5258541" cy="36957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A5ED40E-3BDF-834C-B342-0AACC13AADE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87482" y="557050"/>
            <a:ext cx="11033388" cy="1033991"/>
          </a:xfrm>
        </p:spPr>
        <p:txBody>
          <a:bodyPr anchor="b">
            <a:noAutofit/>
          </a:bodyPr>
          <a:lstStyle>
            <a:lvl1pPr>
              <a:lnSpc>
                <a:spcPct val="100000"/>
              </a:lnSpc>
              <a:defRPr lang="en-US" b="1" smtClean="0">
                <a:solidFill>
                  <a:schemeClr val="accent1"/>
                </a:solidFill>
                <a:effectLst/>
              </a:defRPr>
            </a:lvl1pPr>
          </a:lstStyle>
          <a:p>
            <a:r>
              <a:rPr lang="en-US" dirty="0"/>
              <a:t>Page Title Placeholder </a:t>
            </a:r>
            <a:br>
              <a:rPr lang="en-US" dirty="0"/>
            </a:br>
            <a:r>
              <a:rPr lang="en-US" dirty="0"/>
              <a:t>Multiple Line Header Sample</a:t>
            </a:r>
            <a:endParaRPr lang="en-US" dirty="0">
              <a:solidFill>
                <a:srgbClr val="F7884F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27B582C0-F1B4-5E45-B235-6254D715FB52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86739" y="1610168"/>
            <a:ext cx="11034167" cy="447232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None/>
              <a:defRPr sz="2500">
                <a:solidFill>
                  <a:schemeClr val="tx2"/>
                </a:solidFill>
              </a:defRPr>
            </a:lvl1pPr>
          </a:lstStyle>
          <a:p>
            <a:pPr lvl="0"/>
            <a:r>
              <a:rPr lang="en-US" dirty="0"/>
              <a:t>Subtitle Placeholder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C5040CC-6415-49C2-8797-E9C0E48C195F}"/>
              </a:ext>
            </a:extLst>
          </p:cNvPr>
          <p:cNvSpPr>
            <a:spLocks noGrp="1"/>
          </p:cNvSpPr>
          <p:nvPr>
            <p:ph type="dt" sz="half" idx="19"/>
          </p:nvPr>
        </p:nvSpPr>
        <p:spPr/>
        <p:txBody>
          <a:bodyPr/>
          <a:lstStyle/>
          <a:p>
            <a:fld id="{BD93D066-653E-584C-A70F-7A37DE64DEDE}" type="datetimeyyyy">
              <a:rPr lang="en-PH" smtClean="0"/>
              <a:pPr/>
              <a:t>2026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3363698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2 Line Header + 2 Columns + 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5ED40E-3BDF-834C-B342-0AACC13AADE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87482" y="557050"/>
            <a:ext cx="11033388" cy="1033991"/>
          </a:xfrm>
        </p:spPr>
        <p:txBody>
          <a:bodyPr anchor="b">
            <a:noAutofit/>
          </a:bodyPr>
          <a:lstStyle>
            <a:lvl1pPr>
              <a:lnSpc>
                <a:spcPct val="100000"/>
              </a:lnSpc>
              <a:defRPr lang="en-US" b="1" smtClean="0">
                <a:solidFill>
                  <a:schemeClr val="accent1"/>
                </a:solidFill>
                <a:effectLst/>
              </a:defRPr>
            </a:lvl1pPr>
          </a:lstStyle>
          <a:p>
            <a:r>
              <a:rPr lang="en-US" dirty="0"/>
              <a:t>Page Title Placeholder </a:t>
            </a:r>
            <a:br>
              <a:rPr lang="en-US" dirty="0"/>
            </a:br>
            <a:r>
              <a:rPr lang="en-US" dirty="0"/>
              <a:t>Multiple Line Header Sample</a:t>
            </a:r>
            <a:endParaRPr lang="en-US" dirty="0">
              <a:solidFill>
                <a:srgbClr val="F7884F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7" name="Content Placeholder 9">
            <a:extLst>
              <a:ext uri="{FF2B5EF4-FFF2-40B4-BE49-F238E27FC236}">
                <a16:creationId xmlns:a16="http://schemas.microsoft.com/office/drawing/2014/main" id="{EA018A51-C4EA-D14E-A772-EBFB4660940C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6362329" y="1979720"/>
            <a:ext cx="5258541" cy="423057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Content Placeholder 5">
            <a:extLst>
              <a:ext uri="{FF2B5EF4-FFF2-40B4-BE49-F238E27FC236}">
                <a16:creationId xmlns:a16="http://schemas.microsoft.com/office/drawing/2014/main" id="{9BCC3D24-76E2-614F-8C6A-0E452C1ADD90}"/>
              </a:ext>
            </a:extLst>
          </p:cNvPr>
          <p:cNvSpPr>
            <a:spLocks noGrp="1"/>
          </p:cNvSpPr>
          <p:nvPr>
            <p:ph sz="quarter" idx="17"/>
          </p:nvPr>
        </p:nvSpPr>
        <p:spPr>
          <a:xfrm>
            <a:off x="585787" y="1979721"/>
            <a:ext cx="5258541" cy="423057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3B6B1D6-B390-EC3F-4FD2-276FD21259A4}"/>
              </a:ext>
            </a:extLst>
          </p:cNvPr>
          <p:cNvSpPr>
            <a:spLocks noGrp="1"/>
          </p:cNvSpPr>
          <p:nvPr>
            <p:ph type="dt" sz="half" idx="19"/>
          </p:nvPr>
        </p:nvSpPr>
        <p:spPr/>
        <p:txBody>
          <a:bodyPr/>
          <a:lstStyle/>
          <a:p>
            <a:fld id="{BD93D066-653E-584C-A70F-7A37DE64DEDE}" type="datetimeyyyy">
              <a:rPr lang="en-PH" smtClean="0"/>
              <a:pPr/>
              <a:t>2026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042872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 Placeholder 14">
            <a:extLst>
              <a:ext uri="{FF2B5EF4-FFF2-40B4-BE49-F238E27FC236}">
                <a16:creationId xmlns:a16="http://schemas.microsoft.com/office/drawing/2014/main" id="{CE69F076-E5A4-8649-9256-A017674C48B6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86740" y="2068830"/>
            <a:ext cx="5257587" cy="371957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 sz="2100">
                <a:solidFill>
                  <a:schemeClr val="tx2"/>
                </a:solidFill>
              </a:defRPr>
            </a:lvl1pPr>
            <a:lvl2pPr marL="457200" indent="0">
              <a:buFont typeface="Arial" panose="020B0604020202020204" pitchFamily="34" charset="0"/>
              <a:buNone/>
              <a:defRPr/>
            </a:lvl2pPr>
            <a:lvl3pPr marL="914400" indent="0">
              <a:buFont typeface="Arial" panose="020B0604020202020204" pitchFamily="34" charset="0"/>
              <a:buNone/>
              <a:defRPr/>
            </a:lvl3pPr>
            <a:lvl4pPr marL="1371600" indent="0">
              <a:buFont typeface="Arial" panose="020B0604020202020204" pitchFamily="34" charset="0"/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dirty="0"/>
              <a:t>Subhead Title</a:t>
            </a:r>
          </a:p>
        </p:txBody>
      </p:sp>
      <p:sp>
        <p:nvSpPr>
          <p:cNvPr id="16" name="Text Placeholder 14">
            <a:extLst>
              <a:ext uri="{FF2B5EF4-FFF2-40B4-BE49-F238E27FC236}">
                <a16:creationId xmlns:a16="http://schemas.microsoft.com/office/drawing/2014/main" id="{F14DC6C8-70C3-524F-9EC1-9F5814F0317A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347675" y="2068830"/>
            <a:ext cx="5273195" cy="371957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 sz="2100">
                <a:solidFill>
                  <a:schemeClr val="tx2"/>
                </a:solidFill>
              </a:defRPr>
            </a:lvl1pPr>
            <a:lvl2pPr marL="457200" indent="0">
              <a:buFont typeface="Arial" panose="020B0604020202020204" pitchFamily="34" charset="0"/>
              <a:buNone/>
              <a:defRPr/>
            </a:lvl2pPr>
            <a:lvl3pPr marL="914400" indent="0">
              <a:buFont typeface="Arial" panose="020B0604020202020204" pitchFamily="34" charset="0"/>
              <a:buNone/>
              <a:defRPr/>
            </a:lvl3pPr>
            <a:lvl4pPr marL="1371600" indent="0">
              <a:buFont typeface="Arial" panose="020B0604020202020204" pitchFamily="34" charset="0"/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dirty="0"/>
              <a:t>Subhead Title</a:t>
            </a:r>
          </a:p>
        </p:txBody>
      </p:sp>
      <p:sp>
        <p:nvSpPr>
          <p:cNvPr id="17" name="Title 1">
            <a:extLst>
              <a:ext uri="{FF2B5EF4-FFF2-40B4-BE49-F238E27FC236}">
                <a16:creationId xmlns:a16="http://schemas.microsoft.com/office/drawing/2014/main" id="{02A41B34-1B59-0E48-A253-A7B35CA14AD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87482" y="395492"/>
            <a:ext cx="11033388" cy="715294"/>
          </a:xfrm>
        </p:spPr>
        <p:txBody>
          <a:bodyPr anchor="b">
            <a:noAutofit/>
          </a:bodyPr>
          <a:lstStyle>
            <a:lvl1pPr>
              <a:defRPr lang="en-US" b="1" smtClean="0">
                <a:solidFill>
                  <a:schemeClr val="accent1"/>
                </a:solidFill>
                <a:effectLst/>
              </a:defRPr>
            </a:lvl1pPr>
          </a:lstStyle>
          <a:p>
            <a:r>
              <a:rPr lang="en-US" dirty="0"/>
              <a:t>Page Title Placeholder </a:t>
            </a:r>
            <a:endParaRPr lang="en-US" dirty="0">
              <a:solidFill>
                <a:srgbClr val="F7884F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8" name="Text Placeholder 12">
            <a:extLst>
              <a:ext uri="{FF2B5EF4-FFF2-40B4-BE49-F238E27FC236}">
                <a16:creationId xmlns:a16="http://schemas.microsoft.com/office/drawing/2014/main" id="{6DB7D41D-AD88-714C-82F4-AC06944E14AB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86739" y="1120581"/>
            <a:ext cx="11034167" cy="479619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None/>
              <a:defRPr sz="2500">
                <a:solidFill>
                  <a:schemeClr val="tx2"/>
                </a:solidFill>
              </a:defRPr>
            </a:lvl1pPr>
          </a:lstStyle>
          <a:p>
            <a:pPr lvl="0"/>
            <a:r>
              <a:rPr lang="en-US" dirty="0"/>
              <a:t>Subtitle Placeholder</a:t>
            </a:r>
          </a:p>
        </p:txBody>
      </p:sp>
      <p:sp>
        <p:nvSpPr>
          <p:cNvPr id="9" name="Content Placeholder 9">
            <a:extLst>
              <a:ext uri="{FF2B5EF4-FFF2-40B4-BE49-F238E27FC236}">
                <a16:creationId xmlns:a16="http://schemas.microsoft.com/office/drawing/2014/main" id="{30BCCDC8-399A-364D-B594-D46D79E8CE7A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6362329" y="2514599"/>
            <a:ext cx="5258541" cy="36957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0" name="Content Placeholder 5">
            <a:extLst>
              <a:ext uri="{FF2B5EF4-FFF2-40B4-BE49-F238E27FC236}">
                <a16:creationId xmlns:a16="http://schemas.microsoft.com/office/drawing/2014/main" id="{C87C2191-096E-E845-9D54-0169FDA63908}"/>
              </a:ext>
            </a:extLst>
          </p:cNvPr>
          <p:cNvSpPr>
            <a:spLocks noGrp="1"/>
          </p:cNvSpPr>
          <p:nvPr>
            <p:ph sz="quarter" idx="17"/>
          </p:nvPr>
        </p:nvSpPr>
        <p:spPr>
          <a:xfrm>
            <a:off x="585787" y="2514600"/>
            <a:ext cx="5258541" cy="36957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9C30B12-4FCB-E0CE-E0E3-1B45455EFA2A}"/>
              </a:ext>
            </a:extLst>
          </p:cNvPr>
          <p:cNvSpPr>
            <a:spLocks noGrp="1"/>
          </p:cNvSpPr>
          <p:nvPr>
            <p:ph type="dt" sz="half" idx="19"/>
          </p:nvPr>
        </p:nvSpPr>
        <p:spPr/>
        <p:txBody>
          <a:bodyPr/>
          <a:lstStyle/>
          <a:p>
            <a:fld id="{BD93D066-653E-584C-A70F-7A37DE64DEDE}" type="datetimeyyyy">
              <a:rPr lang="en-PH" smtClean="0"/>
              <a:pPr/>
              <a:t>2026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3797091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ase Stud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39ACDF3-7909-7F4D-9ED4-6F2AFF5FE89F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587375" y="2494192"/>
            <a:ext cx="3451965" cy="3716108"/>
          </a:xfrm>
        </p:spPr>
        <p:txBody>
          <a:bodyPr/>
          <a:lstStyle>
            <a:lvl1pPr marL="230188" indent="-230188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tabLst/>
              <a:defRPr sz="1800"/>
            </a:lvl1pPr>
            <a:lvl2pPr marL="461963" indent="-222250">
              <a:lnSpc>
                <a:spcPct val="90000"/>
              </a:lnSpc>
              <a:spcBef>
                <a:spcPts val="500"/>
              </a:spcBef>
              <a:tabLst/>
              <a:defRPr sz="1800"/>
            </a:lvl2pPr>
            <a:lvl3pPr marL="690563" indent="-177800">
              <a:lnSpc>
                <a:spcPct val="90000"/>
              </a:lnSpc>
              <a:spcBef>
                <a:spcPts val="500"/>
              </a:spcBef>
              <a:tabLst/>
              <a:defRPr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1" name="Text Placeholder 14">
            <a:extLst>
              <a:ext uri="{FF2B5EF4-FFF2-40B4-BE49-F238E27FC236}">
                <a16:creationId xmlns:a16="http://schemas.microsoft.com/office/drawing/2014/main" id="{CE69F076-E5A4-8649-9256-A017674C48B6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86741" y="2057400"/>
            <a:ext cx="3451849" cy="371957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 sz="1800">
                <a:solidFill>
                  <a:schemeClr val="tx2"/>
                </a:solidFill>
              </a:defRPr>
            </a:lvl1pPr>
            <a:lvl2pPr marL="457200" indent="0">
              <a:buFont typeface="Arial" panose="020B0604020202020204" pitchFamily="34" charset="0"/>
              <a:buNone/>
              <a:defRPr/>
            </a:lvl2pPr>
            <a:lvl3pPr marL="914400" indent="0">
              <a:buFont typeface="Arial" panose="020B0604020202020204" pitchFamily="34" charset="0"/>
              <a:buNone/>
              <a:defRPr/>
            </a:lvl3pPr>
            <a:lvl4pPr marL="1371600" indent="0">
              <a:buFont typeface="Arial" panose="020B0604020202020204" pitchFamily="34" charset="0"/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dirty="0"/>
              <a:t>Business Challenge</a:t>
            </a:r>
          </a:p>
        </p:txBody>
      </p:sp>
      <p:sp>
        <p:nvSpPr>
          <p:cNvPr id="17" name="Title 1">
            <a:extLst>
              <a:ext uri="{FF2B5EF4-FFF2-40B4-BE49-F238E27FC236}">
                <a16:creationId xmlns:a16="http://schemas.microsoft.com/office/drawing/2014/main" id="{02A41B34-1B59-0E48-A253-A7B35CA14AD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87482" y="395492"/>
            <a:ext cx="11033388" cy="715294"/>
          </a:xfrm>
        </p:spPr>
        <p:txBody>
          <a:bodyPr anchor="b">
            <a:noAutofit/>
          </a:bodyPr>
          <a:lstStyle>
            <a:lvl1pPr>
              <a:defRPr lang="en-US" b="1" smtClean="0">
                <a:solidFill>
                  <a:schemeClr val="accent1"/>
                </a:solidFill>
                <a:effectLst/>
              </a:defRPr>
            </a:lvl1pPr>
          </a:lstStyle>
          <a:p>
            <a:r>
              <a:rPr lang="en-US" dirty="0"/>
              <a:t>Page Title Placeholder </a:t>
            </a:r>
            <a:endParaRPr lang="en-US" dirty="0">
              <a:solidFill>
                <a:srgbClr val="F7884F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8" name="Text Placeholder 12">
            <a:extLst>
              <a:ext uri="{FF2B5EF4-FFF2-40B4-BE49-F238E27FC236}">
                <a16:creationId xmlns:a16="http://schemas.microsoft.com/office/drawing/2014/main" id="{6DB7D41D-AD88-714C-82F4-AC06944E14AB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86739" y="1114321"/>
            <a:ext cx="11034167" cy="475488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None/>
              <a:defRPr sz="2500">
                <a:solidFill>
                  <a:schemeClr val="tx2"/>
                </a:solidFill>
              </a:defRPr>
            </a:lvl1pPr>
          </a:lstStyle>
          <a:p>
            <a:pPr lvl="0"/>
            <a:r>
              <a:rPr lang="en-US" dirty="0"/>
              <a:t>Subtitle Placeholder</a:t>
            </a:r>
          </a:p>
        </p:txBody>
      </p:sp>
      <p:sp>
        <p:nvSpPr>
          <p:cNvPr id="20" name="Text Placeholder 14">
            <a:extLst>
              <a:ext uri="{FF2B5EF4-FFF2-40B4-BE49-F238E27FC236}">
                <a16:creationId xmlns:a16="http://schemas.microsoft.com/office/drawing/2014/main" id="{C1FF28EB-1C03-C244-8DB5-F43F19BFAAE0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377766" y="2057400"/>
            <a:ext cx="3451964" cy="371957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 sz="1800">
                <a:solidFill>
                  <a:schemeClr val="tx2"/>
                </a:solidFill>
              </a:defRPr>
            </a:lvl1pPr>
            <a:lvl2pPr marL="457200" indent="0">
              <a:buFont typeface="Arial" panose="020B0604020202020204" pitchFamily="34" charset="0"/>
              <a:buNone/>
              <a:defRPr/>
            </a:lvl2pPr>
            <a:lvl3pPr marL="914400" indent="0">
              <a:buFont typeface="Arial" panose="020B0604020202020204" pitchFamily="34" charset="0"/>
              <a:buNone/>
              <a:defRPr/>
            </a:lvl3pPr>
            <a:lvl4pPr marL="1371600" indent="0">
              <a:buFont typeface="Arial" panose="020B0604020202020204" pitchFamily="34" charset="0"/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dirty="0"/>
              <a:t>Solution</a:t>
            </a:r>
          </a:p>
        </p:txBody>
      </p:sp>
      <p:sp>
        <p:nvSpPr>
          <p:cNvPr id="22" name="Text Placeholder 14">
            <a:extLst>
              <a:ext uri="{FF2B5EF4-FFF2-40B4-BE49-F238E27FC236}">
                <a16:creationId xmlns:a16="http://schemas.microsoft.com/office/drawing/2014/main" id="{C4A33F0C-2A4A-C44C-8AED-C993C2AD447D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8168906" y="2057400"/>
            <a:ext cx="3451964" cy="371957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 sz="1800">
                <a:solidFill>
                  <a:schemeClr val="tx2"/>
                </a:solidFill>
              </a:defRPr>
            </a:lvl1pPr>
            <a:lvl2pPr marL="457200" indent="0">
              <a:buFont typeface="Arial" panose="020B0604020202020204" pitchFamily="34" charset="0"/>
              <a:buNone/>
              <a:defRPr/>
            </a:lvl2pPr>
            <a:lvl3pPr marL="914400" indent="0">
              <a:buFont typeface="Arial" panose="020B0604020202020204" pitchFamily="34" charset="0"/>
              <a:buNone/>
              <a:defRPr/>
            </a:lvl3pPr>
            <a:lvl4pPr marL="1371600" indent="0">
              <a:buFont typeface="Arial" panose="020B0604020202020204" pitchFamily="34" charset="0"/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dirty="0"/>
              <a:t>Benefits</a:t>
            </a:r>
          </a:p>
        </p:txBody>
      </p:sp>
      <p:sp>
        <p:nvSpPr>
          <p:cNvPr id="15" name="Content Placeholder 2">
            <a:extLst>
              <a:ext uri="{FF2B5EF4-FFF2-40B4-BE49-F238E27FC236}">
                <a16:creationId xmlns:a16="http://schemas.microsoft.com/office/drawing/2014/main" id="{371B82E3-D306-D645-8BF6-703EE52D6634}"/>
              </a:ext>
            </a:extLst>
          </p:cNvPr>
          <p:cNvSpPr>
            <a:spLocks noGrp="1"/>
          </p:cNvSpPr>
          <p:nvPr>
            <p:ph sz="quarter" idx="21"/>
          </p:nvPr>
        </p:nvSpPr>
        <p:spPr>
          <a:xfrm>
            <a:off x="4370017" y="2494192"/>
            <a:ext cx="3451965" cy="3716108"/>
          </a:xfrm>
        </p:spPr>
        <p:txBody>
          <a:bodyPr/>
          <a:lstStyle>
            <a:lvl1pPr marL="230188" indent="-230188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tabLst/>
              <a:defRPr sz="1800"/>
            </a:lvl1pPr>
            <a:lvl2pPr marL="461963" indent="-222250">
              <a:lnSpc>
                <a:spcPct val="90000"/>
              </a:lnSpc>
              <a:spcBef>
                <a:spcPts val="500"/>
              </a:spcBef>
              <a:tabLst/>
              <a:defRPr sz="1800"/>
            </a:lvl2pPr>
            <a:lvl3pPr marL="690563" indent="-177800">
              <a:lnSpc>
                <a:spcPct val="90000"/>
              </a:lnSpc>
              <a:spcBef>
                <a:spcPts val="500"/>
              </a:spcBef>
              <a:tabLst/>
              <a:defRPr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9" name="Content Placeholder 2">
            <a:extLst>
              <a:ext uri="{FF2B5EF4-FFF2-40B4-BE49-F238E27FC236}">
                <a16:creationId xmlns:a16="http://schemas.microsoft.com/office/drawing/2014/main" id="{0256D42C-B49D-8445-B1DA-DD261C5504EC}"/>
              </a:ext>
            </a:extLst>
          </p:cNvPr>
          <p:cNvSpPr>
            <a:spLocks noGrp="1"/>
          </p:cNvSpPr>
          <p:nvPr>
            <p:ph sz="quarter" idx="22"/>
          </p:nvPr>
        </p:nvSpPr>
        <p:spPr>
          <a:xfrm>
            <a:off x="8168905" y="2494192"/>
            <a:ext cx="3451965" cy="3716108"/>
          </a:xfrm>
        </p:spPr>
        <p:txBody>
          <a:bodyPr/>
          <a:lstStyle>
            <a:lvl1pPr marL="230188" indent="-230188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tabLst/>
              <a:defRPr sz="1800"/>
            </a:lvl1pPr>
            <a:lvl2pPr marL="461963" indent="-222250">
              <a:lnSpc>
                <a:spcPct val="90000"/>
              </a:lnSpc>
              <a:spcBef>
                <a:spcPts val="500"/>
              </a:spcBef>
              <a:tabLst/>
              <a:defRPr sz="1800"/>
            </a:lvl2pPr>
            <a:lvl3pPr marL="690563" indent="-177800">
              <a:lnSpc>
                <a:spcPct val="90000"/>
              </a:lnSpc>
              <a:spcBef>
                <a:spcPts val="500"/>
              </a:spcBef>
              <a:tabLst/>
              <a:defRPr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0F088FA-18D8-1FB6-8A98-AD3C0F5F89FF}"/>
              </a:ext>
            </a:extLst>
          </p:cNvPr>
          <p:cNvSpPr>
            <a:spLocks noGrp="1"/>
          </p:cNvSpPr>
          <p:nvPr>
            <p:ph type="dt" sz="half" idx="23"/>
          </p:nvPr>
        </p:nvSpPr>
        <p:spPr/>
        <p:txBody>
          <a:bodyPr/>
          <a:lstStyle/>
          <a:p>
            <a:fld id="{BD93D066-653E-584C-A70F-7A37DE64DEDE}" type="datetimeyyyy">
              <a:rPr lang="en-PH" smtClean="0"/>
              <a:pPr/>
              <a:t>2026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1753417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 Images + Descriptions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 Placeholder 14">
            <a:extLst>
              <a:ext uri="{FF2B5EF4-FFF2-40B4-BE49-F238E27FC236}">
                <a16:creationId xmlns:a16="http://schemas.microsoft.com/office/drawing/2014/main" id="{CE69F076-E5A4-8649-9256-A017674C48B6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86741" y="3683276"/>
            <a:ext cx="3273315" cy="371957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 sz="1800">
                <a:solidFill>
                  <a:schemeClr val="tx2"/>
                </a:solidFill>
              </a:defRPr>
            </a:lvl1pPr>
            <a:lvl2pPr marL="457200" indent="0">
              <a:buFont typeface="Arial" panose="020B0604020202020204" pitchFamily="34" charset="0"/>
              <a:buNone/>
              <a:defRPr/>
            </a:lvl2pPr>
            <a:lvl3pPr marL="914400" indent="0">
              <a:buFont typeface="Arial" panose="020B0604020202020204" pitchFamily="34" charset="0"/>
              <a:buNone/>
              <a:defRPr/>
            </a:lvl3pPr>
            <a:lvl4pPr marL="1371600" indent="0">
              <a:buFont typeface="Arial" panose="020B0604020202020204" pitchFamily="34" charset="0"/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dirty="0"/>
              <a:t>Subhead Title</a:t>
            </a:r>
          </a:p>
        </p:txBody>
      </p:sp>
      <p:sp>
        <p:nvSpPr>
          <p:cNvPr id="17" name="Title 1">
            <a:extLst>
              <a:ext uri="{FF2B5EF4-FFF2-40B4-BE49-F238E27FC236}">
                <a16:creationId xmlns:a16="http://schemas.microsoft.com/office/drawing/2014/main" id="{02A41B34-1B59-0E48-A253-A7B35CA14AD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87482" y="395492"/>
            <a:ext cx="11033388" cy="715294"/>
          </a:xfrm>
        </p:spPr>
        <p:txBody>
          <a:bodyPr anchor="b">
            <a:noAutofit/>
          </a:bodyPr>
          <a:lstStyle>
            <a:lvl1pPr>
              <a:defRPr lang="en-US" b="1" smtClean="0">
                <a:solidFill>
                  <a:schemeClr val="accent1"/>
                </a:solidFill>
                <a:effectLst/>
              </a:defRPr>
            </a:lvl1pPr>
          </a:lstStyle>
          <a:p>
            <a:r>
              <a:rPr lang="en-US" dirty="0"/>
              <a:t>Page Title Placeholder </a:t>
            </a:r>
            <a:endParaRPr lang="en-US" dirty="0">
              <a:solidFill>
                <a:srgbClr val="F7884F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8" name="Text Placeholder 12">
            <a:extLst>
              <a:ext uri="{FF2B5EF4-FFF2-40B4-BE49-F238E27FC236}">
                <a16:creationId xmlns:a16="http://schemas.microsoft.com/office/drawing/2014/main" id="{6DB7D41D-AD88-714C-82F4-AC06944E14AB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86739" y="1120581"/>
            <a:ext cx="11034167" cy="479619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None/>
              <a:defRPr sz="2500">
                <a:solidFill>
                  <a:schemeClr val="tx2"/>
                </a:solidFill>
              </a:defRPr>
            </a:lvl1pPr>
          </a:lstStyle>
          <a:p>
            <a:pPr lvl="0"/>
            <a:r>
              <a:rPr lang="en-US" dirty="0"/>
              <a:t>Subtitle Placeholder</a:t>
            </a:r>
          </a:p>
        </p:txBody>
      </p:sp>
      <p:sp>
        <p:nvSpPr>
          <p:cNvPr id="20" name="Text Placeholder 14">
            <a:extLst>
              <a:ext uri="{FF2B5EF4-FFF2-40B4-BE49-F238E27FC236}">
                <a16:creationId xmlns:a16="http://schemas.microsoft.com/office/drawing/2014/main" id="{C1FF28EB-1C03-C244-8DB5-F43F19BFAAE0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459342" y="3683276"/>
            <a:ext cx="3273315" cy="371957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 sz="1800">
                <a:solidFill>
                  <a:schemeClr val="tx2"/>
                </a:solidFill>
              </a:defRPr>
            </a:lvl1pPr>
            <a:lvl2pPr marL="457200" indent="0">
              <a:buFont typeface="Arial" panose="020B0604020202020204" pitchFamily="34" charset="0"/>
              <a:buNone/>
              <a:defRPr/>
            </a:lvl2pPr>
            <a:lvl3pPr marL="914400" indent="0">
              <a:buFont typeface="Arial" panose="020B0604020202020204" pitchFamily="34" charset="0"/>
              <a:buNone/>
              <a:defRPr/>
            </a:lvl3pPr>
            <a:lvl4pPr marL="1371600" indent="0">
              <a:buFont typeface="Arial" panose="020B0604020202020204" pitchFamily="34" charset="0"/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dirty="0"/>
              <a:t>Subhead Title</a:t>
            </a:r>
          </a:p>
        </p:txBody>
      </p:sp>
      <p:sp>
        <p:nvSpPr>
          <p:cNvPr id="22" name="Text Placeholder 14">
            <a:extLst>
              <a:ext uri="{FF2B5EF4-FFF2-40B4-BE49-F238E27FC236}">
                <a16:creationId xmlns:a16="http://schemas.microsoft.com/office/drawing/2014/main" id="{C4A33F0C-2A4A-C44C-8AED-C993C2AD447D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8331199" y="3683276"/>
            <a:ext cx="3273426" cy="371957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 sz="1800">
                <a:solidFill>
                  <a:schemeClr val="tx2"/>
                </a:solidFill>
              </a:defRPr>
            </a:lvl1pPr>
            <a:lvl2pPr marL="457200" indent="0">
              <a:buFont typeface="Arial" panose="020B0604020202020204" pitchFamily="34" charset="0"/>
              <a:buNone/>
              <a:defRPr/>
            </a:lvl2pPr>
            <a:lvl3pPr marL="914400" indent="0">
              <a:buFont typeface="Arial" panose="020B0604020202020204" pitchFamily="34" charset="0"/>
              <a:buNone/>
              <a:defRPr/>
            </a:lvl3pPr>
            <a:lvl4pPr marL="1371600" indent="0">
              <a:buFont typeface="Arial" panose="020B0604020202020204" pitchFamily="34" charset="0"/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dirty="0"/>
              <a:t>Subhead Title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C4FAB04-B57D-404F-994F-1800028DAD8F}"/>
              </a:ext>
            </a:extLst>
          </p:cNvPr>
          <p:cNvSpPr>
            <a:spLocks noGrp="1"/>
          </p:cNvSpPr>
          <p:nvPr>
            <p:ph type="pic" sz="quarter" idx="18" hasCustomPrompt="1"/>
          </p:nvPr>
        </p:nvSpPr>
        <p:spPr>
          <a:xfrm>
            <a:off x="586741" y="2052471"/>
            <a:ext cx="2422978" cy="1625118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ctr">
              <a:buNone/>
              <a:defRPr sz="1800"/>
            </a:lvl1pPr>
          </a:lstStyle>
          <a:p>
            <a:r>
              <a:rPr lang="en-US" dirty="0"/>
              <a:t>Drag image here or click the icon to prompt image insert</a:t>
            </a:r>
          </a:p>
        </p:txBody>
      </p:sp>
      <p:sp>
        <p:nvSpPr>
          <p:cNvPr id="14" name="Picture Placeholder 2">
            <a:extLst>
              <a:ext uri="{FF2B5EF4-FFF2-40B4-BE49-F238E27FC236}">
                <a16:creationId xmlns:a16="http://schemas.microsoft.com/office/drawing/2014/main" id="{AFCC7F69-FFA1-3542-890F-D40A1F2C95C1}"/>
              </a:ext>
            </a:extLst>
          </p:cNvPr>
          <p:cNvSpPr>
            <a:spLocks noGrp="1"/>
          </p:cNvSpPr>
          <p:nvPr>
            <p:ph type="pic" sz="quarter" idx="19" hasCustomPrompt="1"/>
          </p:nvPr>
        </p:nvSpPr>
        <p:spPr>
          <a:xfrm>
            <a:off x="4458389" y="2052471"/>
            <a:ext cx="2422978" cy="1625118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ctr">
              <a:buNone/>
              <a:defRPr sz="1800"/>
            </a:lvl1pPr>
          </a:lstStyle>
          <a:p>
            <a:r>
              <a:rPr lang="en-US" dirty="0"/>
              <a:t>Drag image here or click the icon to prompt image insert</a:t>
            </a:r>
          </a:p>
        </p:txBody>
      </p:sp>
      <p:sp>
        <p:nvSpPr>
          <p:cNvPr id="16" name="Picture Placeholder 2">
            <a:extLst>
              <a:ext uri="{FF2B5EF4-FFF2-40B4-BE49-F238E27FC236}">
                <a16:creationId xmlns:a16="http://schemas.microsoft.com/office/drawing/2014/main" id="{0835A66D-ABBD-FD48-B00D-86E260F0114B}"/>
              </a:ext>
            </a:extLst>
          </p:cNvPr>
          <p:cNvSpPr>
            <a:spLocks noGrp="1"/>
          </p:cNvSpPr>
          <p:nvPr>
            <p:ph type="pic" sz="quarter" idx="20" hasCustomPrompt="1"/>
          </p:nvPr>
        </p:nvSpPr>
        <p:spPr>
          <a:xfrm>
            <a:off x="8331199" y="2052471"/>
            <a:ext cx="2422978" cy="1625118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ctr">
              <a:buNone/>
              <a:defRPr sz="1800"/>
            </a:lvl1pPr>
          </a:lstStyle>
          <a:p>
            <a:r>
              <a:rPr lang="en-US" dirty="0"/>
              <a:t>Drag image here or click the icon to prompt image insert</a:t>
            </a:r>
          </a:p>
        </p:txBody>
      </p:sp>
      <p:sp>
        <p:nvSpPr>
          <p:cNvPr id="15" name="Content Placeholder 2">
            <a:extLst>
              <a:ext uri="{FF2B5EF4-FFF2-40B4-BE49-F238E27FC236}">
                <a16:creationId xmlns:a16="http://schemas.microsoft.com/office/drawing/2014/main" id="{496DDA35-21BC-254F-BE07-6B2D68F127A2}"/>
              </a:ext>
            </a:extLst>
          </p:cNvPr>
          <p:cNvSpPr>
            <a:spLocks noGrp="1"/>
          </p:cNvSpPr>
          <p:nvPr>
            <p:ph sz="quarter" idx="27"/>
          </p:nvPr>
        </p:nvSpPr>
        <p:spPr>
          <a:xfrm>
            <a:off x="587375" y="4060920"/>
            <a:ext cx="3273425" cy="2149379"/>
          </a:xfrm>
        </p:spPr>
        <p:txBody>
          <a:bodyPr/>
          <a:lstStyle>
            <a:lvl1pPr marL="230188" indent="-230188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tabLst/>
              <a:defRPr sz="1800"/>
            </a:lvl1pPr>
            <a:lvl2pPr marL="461963" indent="-222250">
              <a:lnSpc>
                <a:spcPct val="90000"/>
              </a:lnSpc>
              <a:spcBef>
                <a:spcPts val="500"/>
              </a:spcBef>
              <a:tabLst/>
              <a:defRPr sz="1800"/>
            </a:lvl2pPr>
            <a:lvl3pPr marL="690563" indent="-177800">
              <a:lnSpc>
                <a:spcPct val="90000"/>
              </a:lnSpc>
              <a:spcBef>
                <a:spcPts val="500"/>
              </a:spcBef>
              <a:tabLst/>
              <a:defRPr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23" name="Content Placeholder 2">
            <a:extLst>
              <a:ext uri="{FF2B5EF4-FFF2-40B4-BE49-F238E27FC236}">
                <a16:creationId xmlns:a16="http://schemas.microsoft.com/office/drawing/2014/main" id="{F779E0CB-EA55-D645-8276-3397462D86F4}"/>
              </a:ext>
            </a:extLst>
          </p:cNvPr>
          <p:cNvSpPr>
            <a:spLocks noGrp="1"/>
          </p:cNvSpPr>
          <p:nvPr>
            <p:ph sz="quarter" idx="28"/>
          </p:nvPr>
        </p:nvSpPr>
        <p:spPr>
          <a:xfrm>
            <a:off x="4459232" y="4060920"/>
            <a:ext cx="3273425" cy="2149379"/>
          </a:xfrm>
        </p:spPr>
        <p:txBody>
          <a:bodyPr/>
          <a:lstStyle>
            <a:lvl1pPr marL="230188" indent="-230188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tabLst/>
              <a:defRPr sz="1800"/>
            </a:lvl1pPr>
            <a:lvl2pPr marL="461963" indent="-222250">
              <a:lnSpc>
                <a:spcPct val="90000"/>
              </a:lnSpc>
              <a:spcBef>
                <a:spcPts val="500"/>
              </a:spcBef>
              <a:tabLst/>
              <a:defRPr sz="1800"/>
            </a:lvl2pPr>
            <a:lvl3pPr marL="690563" indent="-177800">
              <a:lnSpc>
                <a:spcPct val="90000"/>
              </a:lnSpc>
              <a:spcBef>
                <a:spcPts val="500"/>
              </a:spcBef>
              <a:tabLst/>
              <a:defRPr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24" name="Content Placeholder 2">
            <a:extLst>
              <a:ext uri="{FF2B5EF4-FFF2-40B4-BE49-F238E27FC236}">
                <a16:creationId xmlns:a16="http://schemas.microsoft.com/office/drawing/2014/main" id="{B76E58CC-E290-3741-9EE5-12B900DC062A}"/>
              </a:ext>
            </a:extLst>
          </p:cNvPr>
          <p:cNvSpPr>
            <a:spLocks noGrp="1"/>
          </p:cNvSpPr>
          <p:nvPr>
            <p:ph sz="quarter" idx="29"/>
          </p:nvPr>
        </p:nvSpPr>
        <p:spPr>
          <a:xfrm>
            <a:off x="8331200" y="4060920"/>
            <a:ext cx="3273425" cy="2149379"/>
          </a:xfrm>
        </p:spPr>
        <p:txBody>
          <a:bodyPr/>
          <a:lstStyle>
            <a:lvl1pPr marL="230188" indent="-230188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tabLst/>
              <a:defRPr sz="1800"/>
            </a:lvl1pPr>
            <a:lvl2pPr marL="461963" indent="-222250">
              <a:lnSpc>
                <a:spcPct val="90000"/>
              </a:lnSpc>
              <a:spcBef>
                <a:spcPts val="500"/>
              </a:spcBef>
              <a:tabLst/>
              <a:defRPr sz="1800"/>
            </a:lvl2pPr>
            <a:lvl3pPr marL="690563" indent="-177800">
              <a:lnSpc>
                <a:spcPct val="90000"/>
              </a:lnSpc>
              <a:spcBef>
                <a:spcPts val="500"/>
              </a:spcBef>
              <a:tabLst/>
              <a:defRPr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C71590E-51D9-64F7-FDB0-9A7AD5ECCCEC}"/>
              </a:ext>
            </a:extLst>
          </p:cNvPr>
          <p:cNvSpPr>
            <a:spLocks noGrp="1"/>
          </p:cNvSpPr>
          <p:nvPr>
            <p:ph type="dt" sz="half" idx="30"/>
          </p:nvPr>
        </p:nvSpPr>
        <p:spPr/>
        <p:txBody>
          <a:bodyPr/>
          <a:lstStyle/>
          <a:p>
            <a:fld id="{BD93D066-653E-584C-A70F-7A37DE64DEDE}" type="datetimeyyyy">
              <a:rPr lang="en-PH" smtClean="0"/>
              <a:pPr/>
              <a:t>2026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3005570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5ED40E-3BDF-834C-B342-0AACC13AADE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87482" y="395492"/>
            <a:ext cx="11024510" cy="715294"/>
          </a:xfrm>
        </p:spPr>
        <p:txBody>
          <a:bodyPr anchor="b">
            <a:noAutofit/>
          </a:bodyPr>
          <a:lstStyle>
            <a:lvl1pPr>
              <a:defRPr lang="en-US" b="1" smtClean="0">
                <a:solidFill>
                  <a:schemeClr val="accent1"/>
                </a:solidFill>
                <a:effectLst/>
              </a:defRPr>
            </a:lvl1pPr>
          </a:lstStyle>
          <a:p>
            <a:r>
              <a:rPr lang="en-US" dirty="0"/>
              <a:t>Page Title Placeholder </a:t>
            </a:r>
            <a:endParaRPr lang="en-US" dirty="0">
              <a:solidFill>
                <a:srgbClr val="F7884F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27B582C0-F1B4-5E45-B235-6254D715FB52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86740" y="1120581"/>
            <a:ext cx="11025288" cy="479619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None/>
              <a:defRPr sz="2500">
                <a:solidFill>
                  <a:schemeClr val="tx2"/>
                </a:solidFill>
              </a:defRPr>
            </a:lvl1pPr>
          </a:lstStyle>
          <a:p>
            <a:pPr lvl="0"/>
            <a:r>
              <a:rPr lang="en-US" dirty="0"/>
              <a:t>Subtitle Placeholder</a:t>
            </a:r>
          </a:p>
        </p:txBody>
      </p:sp>
      <p:sp>
        <p:nvSpPr>
          <p:cNvPr id="12" name="Text Placeholder 14">
            <a:extLst>
              <a:ext uri="{FF2B5EF4-FFF2-40B4-BE49-F238E27FC236}">
                <a16:creationId xmlns:a16="http://schemas.microsoft.com/office/drawing/2014/main" id="{76EDA047-05B8-004C-A23F-B76A0D5FC497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096000" y="5912654"/>
            <a:ext cx="5007082" cy="297646"/>
          </a:xfrm>
          <a:prstGeom prst="rect">
            <a:avLst/>
          </a:prstGeom>
        </p:spPr>
        <p:txBody>
          <a:bodyPr wrap="square" lIns="0" tIns="0" rIns="0" bIns="0" anchor="ctr">
            <a:spAutoFit/>
          </a:bodyPr>
          <a:lstStyle>
            <a:lvl1pPr marL="0" indent="0" algn="ctr">
              <a:lnSpc>
                <a:spcPts val="2700"/>
              </a:lnSpc>
              <a:buNone/>
              <a:defRPr sz="1300" i="1"/>
            </a:lvl1pPr>
            <a:lvl2pPr marL="457200" indent="0">
              <a:buFont typeface="Arial" panose="020B0604020202020204" pitchFamily="34" charset="0"/>
              <a:buNone/>
              <a:defRPr/>
            </a:lvl2pPr>
            <a:lvl3pPr marL="914400" indent="0">
              <a:buFont typeface="Arial" panose="020B0604020202020204" pitchFamily="34" charset="0"/>
              <a:buNone/>
              <a:defRPr/>
            </a:lvl3pPr>
            <a:lvl4pPr marL="1371600" indent="0">
              <a:buFont typeface="Arial" panose="020B0604020202020204" pitchFamily="34" charset="0"/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dirty="0"/>
              <a:t>Figure 1: </a:t>
            </a:r>
            <a:r>
              <a:rPr lang="en-US" dirty="0" err="1"/>
              <a:t>Nulpa</a:t>
            </a:r>
            <a:r>
              <a:rPr lang="en-US" dirty="0"/>
              <a:t> se </a:t>
            </a:r>
            <a:r>
              <a:rPr lang="en-US" dirty="0" err="1"/>
              <a:t>percim</a:t>
            </a:r>
            <a:endParaRPr lang="en-US" dirty="0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84084C3-A569-5745-AD51-0618F1E5F6DE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571500" y="2057400"/>
            <a:ext cx="5081588" cy="41529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6FEEDCA-9C09-155A-1B3C-2C95E0128B38}"/>
              </a:ext>
            </a:extLst>
          </p:cNvPr>
          <p:cNvSpPr>
            <a:spLocks noGrp="1"/>
          </p:cNvSpPr>
          <p:nvPr>
            <p:ph type="dt" sz="half" idx="17"/>
          </p:nvPr>
        </p:nvSpPr>
        <p:spPr/>
        <p:txBody>
          <a:bodyPr/>
          <a:lstStyle/>
          <a:p>
            <a:fld id="{BD93D066-653E-584C-A70F-7A37DE64DEDE}" type="datetimeyyyy">
              <a:rPr lang="en-PH" smtClean="0"/>
              <a:pPr/>
              <a:t>2026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1320724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Divid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554A51A8-B647-6B4B-ACDC-D8E2BB17C9CC}"/>
              </a:ext>
            </a:extLst>
          </p:cNvPr>
          <p:cNvSpPr/>
          <p:nvPr userDrawn="1"/>
        </p:nvSpPr>
        <p:spPr>
          <a:xfrm>
            <a:off x="311727" y="310395"/>
            <a:ext cx="11565346" cy="584351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>
              <a:solidFill>
                <a:schemeClr val="accent1"/>
              </a:solidFill>
            </a:endParaRPr>
          </a:p>
        </p:txBody>
      </p:sp>
      <p:sp>
        <p:nvSpPr>
          <p:cNvPr id="8" name="Subtitle 2">
            <a:extLst>
              <a:ext uri="{FF2B5EF4-FFF2-40B4-BE49-F238E27FC236}">
                <a16:creationId xmlns:a16="http://schemas.microsoft.com/office/drawing/2014/main" id="{627703EF-7EBB-3344-98B2-F71D0D8FA780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0" y="3429000"/>
            <a:ext cx="12192000" cy="391891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ctr">
              <a:buNone/>
              <a:defRPr lang="en-US" sz="2200" smtClean="0">
                <a:solidFill>
                  <a:schemeClr val="bg1"/>
                </a:solidFill>
                <a:effectLst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>
                <a:effectLst/>
                <a:latin typeface="Arial" panose="020B0604020202020204" pitchFamily="34" charset="0"/>
              </a:rPr>
              <a:t>Subtitle Placeholder</a:t>
            </a:r>
          </a:p>
        </p:txBody>
      </p:sp>
      <p:sp>
        <p:nvSpPr>
          <p:cNvPr id="12" name="Text Placeholder 10">
            <a:extLst>
              <a:ext uri="{FF2B5EF4-FFF2-40B4-BE49-F238E27FC236}">
                <a16:creationId xmlns:a16="http://schemas.microsoft.com/office/drawing/2014/main" id="{D75AD7BB-D92B-854F-85A5-34CAA75A0C32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0" y="2484466"/>
            <a:ext cx="12192000" cy="928687"/>
          </a:xfrm>
        </p:spPr>
        <p:txBody>
          <a:bodyPr tIns="0" bIns="0" anchor="ctr">
            <a:norm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36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Divider Title Placeholder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D92FC3B-14E1-E37A-647E-57295D9B904D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fld id="{BD93D066-653E-584C-A70F-7A37DE64DEDE}" type="datetimeyyyy">
              <a:rPr lang="en-PH" smtClean="0"/>
              <a:pPr/>
              <a:t>2026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635821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Divid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554A51A8-B647-6B4B-ACDC-D8E2BB17C9CC}"/>
              </a:ext>
            </a:extLst>
          </p:cNvPr>
          <p:cNvSpPr/>
          <p:nvPr userDrawn="1"/>
        </p:nvSpPr>
        <p:spPr>
          <a:xfrm>
            <a:off x="311727" y="310395"/>
            <a:ext cx="11565346" cy="5843518"/>
          </a:xfrm>
          <a:prstGeom prst="rect">
            <a:avLst/>
          </a:prstGeom>
          <a:solidFill>
            <a:srgbClr val="02ABB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>
              <a:solidFill>
                <a:schemeClr val="accent1"/>
              </a:solidFill>
            </a:endParaRPr>
          </a:p>
        </p:txBody>
      </p:sp>
      <p:sp>
        <p:nvSpPr>
          <p:cNvPr id="8" name="Subtitle 2">
            <a:extLst>
              <a:ext uri="{FF2B5EF4-FFF2-40B4-BE49-F238E27FC236}">
                <a16:creationId xmlns:a16="http://schemas.microsoft.com/office/drawing/2014/main" id="{627703EF-7EBB-3344-98B2-F71D0D8FA780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0" y="3429000"/>
            <a:ext cx="12192000" cy="391891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ctr">
              <a:buNone/>
              <a:defRPr lang="en-US" sz="2200" smtClean="0">
                <a:solidFill>
                  <a:schemeClr val="bg1"/>
                </a:solidFill>
                <a:effectLst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>
                <a:effectLst/>
                <a:latin typeface="Arial" panose="020B0604020202020204" pitchFamily="34" charset="0"/>
              </a:rPr>
              <a:t>Subtitle Placeholder</a:t>
            </a:r>
          </a:p>
        </p:txBody>
      </p:sp>
      <p:sp>
        <p:nvSpPr>
          <p:cNvPr id="12" name="Text Placeholder 10">
            <a:extLst>
              <a:ext uri="{FF2B5EF4-FFF2-40B4-BE49-F238E27FC236}">
                <a16:creationId xmlns:a16="http://schemas.microsoft.com/office/drawing/2014/main" id="{D75AD7BB-D92B-854F-85A5-34CAA75A0C32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0" y="2484466"/>
            <a:ext cx="12192000" cy="928687"/>
          </a:xfrm>
        </p:spPr>
        <p:txBody>
          <a:bodyPr tIns="0" bIns="0" anchor="ctr">
            <a:norm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36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Divider Title Placeholder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0D8FF86-1214-6DB4-09E5-64DD3E6188D9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fld id="{BD93D066-653E-584C-A70F-7A37DE64DEDE}" type="datetimeyyyy">
              <a:rPr lang="en-PH" smtClean="0"/>
              <a:pPr/>
              <a:t>2026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4510642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Divid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554A51A8-B647-6B4B-ACDC-D8E2BB17C9CC}"/>
              </a:ext>
            </a:extLst>
          </p:cNvPr>
          <p:cNvSpPr/>
          <p:nvPr userDrawn="1"/>
        </p:nvSpPr>
        <p:spPr>
          <a:xfrm>
            <a:off x="311727" y="310395"/>
            <a:ext cx="11565346" cy="5843518"/>
          </a:xfrm>
          <a:prstGeom prst="rect">
            <a:avLst/>
          </a:prstGeom>
          <a:blipFill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>
              <a:solidFill>
                <a:schemeClr val="accent1"/>
              </a:solidFill>
            </a:endParaRPr>
          </a:p>
        </p:txBody>
      </p:sp>
      <p:sp>
        <p:nvSpPr>
          <p:cNvPr id="8" name="Subtitle 2">
            <a:extLst>
              <a:ext uri="{FF2B5EF4-FFF2-40B4-BE49-F238E27FC236}">
                <a16:creationId xmlns:a16="http://schemas.microsoft.com/office/drawing/2014/main" id="{627703EF-7EBB-3344-98B2-F71D0D8FA780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0" y="3429000"/>
            <a:ext cx="12192000" cy="391891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ctr">
              <a:buNone/>
              <a:defRPr lang="en-US" sz="2200" smtClean="0">
                <a:solidFill>
                  <a:schemeClr val="bg1"/>
                </a:solidFill>
                <a:effectLst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>
                <a:effectLst/>
                <a:latin typeface="Arial" panose="020B0604020202020204" pitchFamily="34" charset="0"/>
              </a:rPr>
              <a:t>Subtitle Placeholder</a:t>
            </a:r>
          </a:p>
        </p:txBody>
      </p:sp>
      <p:sp>
        <p:nvSpPr>
          <p:cNvPr id="12" name="Text Placeholder 10">
            <a:extLst>
              <a:ext uri="{FF2B5EF4-FFF2-40B4-BE49-F238E27FC236}">
                <a16:creationId xmlns:a16="http://schemas.microsoft.com/office/drawing/2014/main" id="{D75AD7BB-D92B-854F-85A5-34CAA75A0C32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0" y="2484466"/>
            <a:ext cx="12192000" cy="928687"/>
          </a:xfrm>
        </p:spPr>
        <p:txBody>
          <a:bodyPr tIns="0" bIns="0" anchor="ctr">
            <a:norm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36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Divider Title Placeholder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73A6F8C-0D21-9AE6-9766-FDCC862412A6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fld id="{BD93D066-653E-584C-A70F-7A37DE64DEDE}" type="datetimeyyyy">
              <a:rPr lang="en-PH" smtClean="0"/>
              <a:pPr/>
              <a:t>2026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8844239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+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5ED40E-3BDF-834C-B342-0AACC13AADE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87482" y="395492"/>
            <a:ext cx="5806333" cy="715294"/>
          </a:xfrm>
        </p:spPr>
        <p:txBody>
          <a:bodyPr anchor="b">
            <a:noAutofit/>
          </a:bodyPr>
          <a:lstStyle>
            <a:lvl1pPr>
              <a:defRPr lang="en-US" b="1" smtClean="0">
                <a:solidFill>
                  <a:schemeClr val="accent1"/>
                </a:solidFill>
                <a:effectLst/>
              </a:defRPr>
            </a:lvl1pPr>
          </a:lstStyle>
          <a:p>
            <a:r>
              <a:rPr lang="en-US" dirty="0"/>
              <a:t>Page Title Placeholder </a:t>
            </a:r>
            <a:endParaRPr lang="en-US" dirty="0">
              <a:solidFill>
                <a:srgbClr val="F7884F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27B582C0-F1B4-5E45-B235-6254D715FB52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86739" y="1114321"/>
            <a:ext cx="5807075" cy="484632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None/>
              <a:defRPr sz="2500">
                <a:solidFill>
                  <a:schemeClr val="tx2"/>
                </a:solidFill>
              </a:defRPr>
            </a:lvl1pPr>
          </a:lstStyle>
          <a:p>
            <a:pPr lvl="0"/>
            <a:r>
              <a:rPr lang="en-US" dirty="0"/>
              <a:t>Subtitle Placeholder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296CB0A4-3213-B748-85E5-54E833711A1E}"/>
              </a:ext>
            </a:extLst>
          </p:cNvPr>
          <p:cNvSpPr/>
          <p:nvPr userDrawn="1"/>
        </p:nvSpPr>
        <p:spPr>
          <a:xfrm>
            <a:off x="8747761" y="6308522"/>
            <a:ext cx="2895206" cy="34627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7" name="Picture Placeholder 7">
            <a:extLst>
              <a:ext uri="{FF2B5EF4-FFF2-40B4-BE49-F238E27FC236}">
                <a16:creationId xmlns:a16="http://schemas.microsoft.com/office/drawing/2014/main" id="{61005587-9548-1A48-8E5D-E26BE37E4E1D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6393815" y="395288"/>
            <a:ext cx="5538788" cy="6153150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marR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2100"/>
            </a:lvl1pPr>
          </a:lstStyle>
          <a:p>
            <a:r>
              <a:rPr lang="en-US" dirty="0"/>
              <a:t>Drag image here or click the icon</a:t>
            </a:r>
            <a:br>
              <a:rPr lang="en-US" dirty="0"/>
            </a:br>
            <a:r>
              <a:rPr lang="en-US" dirty="0"/>
              <a:t>to prompt image insert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B854A8D-F768-F346-B2CA-527915E78B94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71500" y="2057400"/>
            <a:ext cx="5524500" cy="41529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47C7E52-885A-0C76-F8F4-085874921FF9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fld id="{BD93D066-653E-584C-A70F-7A37DE64DEDE}" type="datetimeyyyy">
              <a:rPr lang="en-PH" smtClean="0"/>
              <a:pPr/>
              <a:t>2026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404892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E6F49AC2-1129-B9E5-D63C-7FCA2A9BE65E}"/>
              </a:ext>
            </a:extLst>
          </p:cNvPr>
          <p:cNvSpPr/>
          <p:nvPr userDrawn="1"/>
        </p:nvSpPr>
        <p:spPr>
          <a:xfrm>
            <a:off x="8575040" y="6199322"/>
            <a:ext cx="3296662" cy="48934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442644F0-4B72-BA44-AD99-F7708197ECA6}"/>
              </a:ext>
            </a:extLst>
          </p:cNvPr>
          <p:cNvSpPr/>
          <p:nvPr userDrawn="1"/>
        </p:nvSpPr>
        <p:spPr>
          <a:xfrm>
            <a:off x="512803" y="6308522"/>
            <a:ext cx="2271493" cy="32754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B80C21D5-8D22-D448-B510-F879B0456224}"/>
              </a:ext>
            </a:extLst>
          </p:cNvPr>
          <p:cNvSpPr/>
          <p:nvPr userDrawn="1"/>
        </p:nvSpPr>
        <p:spPr>
          <a:xfrm>
            <a:off x="10345571" y="6308522"/>
            <a:ext cx="1214651" cy="32754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9" name="Picture Placeholder 6">
            <a:extLst>
              <a:ext uri="{FF2B5EF4-FFF2-40B4-BE49-F238E27FC236}">
                <a16:creationId xmlns:a16="http://schemas.microsoft.com/office/drawing/2014/main" id="{F80E3EFC-7105-AB41-8C35-7DCBA3BD9102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368300" y="378960"/>
            <a:ext cx="11445327" cy="6100668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txBody>
          <a:bodyPr anchor="ctr">
            <a:noAutofit/>
          </a:bodyPr>
          <a:lstStyle>
            <a:lvl1pPr marL="0" indent="0" algn="ctr">
              <a:buNone/>
              <a:defRPr sz="2100"/>
            </a:lvl1pPr>
          </a:lstStyle>
          <a:p>
            <a:r>
              <a:rPr lang="en-US" dirty="0"/>
              <a:t>Drag image here or click the icon</a:t>
            </a:r>
            <a:br>
              <a:rPr lang="en-US" dirty="0"/>
            </a:br>
            <a:r>
              <a:rPr lang="en-US" dirty="0"/>
              <a:t>to prompt image insert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ACB63145-947E-1E49-B63C-FD390ADD89B9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100000" contrast="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400151" y="2051440"/>
            <a:ext cx="545661" cy="358988"/>
          </a:xfrm>
          <a:prstGeom prst="rect">
            <a:avLst/>
          </a:prstGeom>
        </p:spPr>
      </p:pic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4617ECE6-46C5-E048-AE59-6526AE065C09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345655" y="2529130"/>
            <a:ext cx="3154363" cy="1460500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 lang="en-US" sz="2000" i="0" smtClean="0">
                <a:solidFill>
                  <a:schemeClr val="bg1"/>
                </a:solidFill>
                <a:effectLst/>
              </a:defRPr>
            </a:lvl1pPr>
          </a:lstStyle>
          <a:p>
            <a:r>
              <a:rPr lang="en-US" i="1" dirty="0" err="1">
                <a:effectLst/>
                <a:latin typeface="Arial" panose="020B0604020202020204" pitchFamily="34" charset="0"/>
              </a:rPr>
              <a:t>Gendaest</a:t>
            </a:r>
            <a:r>
              <a:rPr lang="en-US" i="1" dirty="0">
                <a:effectLst/>
                <a:latin typeface="Arial" panose="020B0604020202020204" pitchFamily="34" charset="0"/>
              </a:rPr>
              <a:t> </a:t>
            </a:r>
            <a:r>
              <a:rPr lang="en-US" i="1" dirty="0" err="1">
                <a:effectLst/>
                <a:latin typeface="Arial" panose="020B0604020202020204" pitchFamily="34" charset="0"/>
              </a:rPr>
              <a:t>ecatur</a:t>
            </a:r>
            <a:r>
              <a:rPr lang="en-US" i="1" dirty="0">
                <a:effectLst/>
                <a:latin typeface="Arial" panose="020B0604020202020204" pitchFamily="34" charset="0"/>
              </a:rPr>
              <a:t> re </a:t>
            </a:r>
            <a:r>
              <a:rPr lang="en-US" i="1" dirty="0" err="1">
                <a:effectLst/>
                <a:latin typeface="Arial" panose="020B0604020202020204" pitchFamily="34" charset="0"/>
              </a:rPr>
              <a:t>dolendebis</a:t>
            </a:r>
            <a:r>
              <a:rPr lang="en-US" i="1" dirty="0">
                <a:effectLst/>
                <a:latin typeface="Arial" panose="020B0604020202020204" pitchFamily="34" charset="0"/>
              </a:rPr>
              <a:t> </a:t>
            </a:r>
            <a:r>
              <a:rPr lang="en-US" i="1" dirty="0" err="1">
                <a:effectLst/>
                <a:latin typeface="Arial" panose="020B0604020202020204" pitchFamily="34" charset="0"/>
              </a:rPr>
              <a:t>doluptior</a:t>
            </a:r>
            <a:r>
              <a:rPr lang="en-US" i="1" dirty="0">
                <a:effectLst/>
                <a:latin typeface="Arial" panose="020B0604020202020204" pitchFamily="34" charset="0"/>
              </a:rPr>
              <a:t> </a:t>
            </a:r>
            <a:r>
              <a:rPr lang="en-US" i="1" dirty="0" err="1">
                <a:effectLst/>
                <a:latin typeface="Arial" panose="020B0604020202020204" pitchFamily="34" charset="0"/>
              </a:rPr>
              <a:t>accuptur</a:t>
            </a:r>
            <a:r>
              <a:rPr lang="en-US" i="1" dirty="0">
                <a:effectLst/>
                <a:latin typeface="Arial" panose="020B0604020202020204" pitchFamily="34" charset="0"/>
              </a:rPr>
              <a:t> re, que </a:t>
            </a:r>
            <a:r>
              <a:rPr lang="en-US" i="1" dirty="0" err="1">
                <a:effectLst/>
                <a:latin typeface="Arial" panose="020B0604020202020204" pitchFamily="34" charset="0"/>
              </a:rPr>
              <a:t>nossum</a:t>
            </a:r>
            <a:r>
              <a:rPr lang="en-US" i="1" dirty="0">
                <a:effectLst/>
                <a:latin typeface="Arial" panose="020B0604020202020204" pitchFamily="34" charset="0"/>
              </a:rPr>
              <a:t> </a:t>
            </a:r>
            <a:r>
              <a:rPr lang="en-US" i="1" dirty="0" err="1">
                <a:effectLst/>
                <a:latin typeface="Arial" panose="020B0604020202020204" pitchFamily="34" charset="0"/>
              </a:rPr>
              <a:t>atustem</a:t>
            </a:r>
            <a:r>
              <a:rPr lang="en-US" i="1" dirty="0">
                <a:effectLst/>
                <a:latin typeface="Arial" panose="020B0604020202020204" pitchFamily="34" charset="0"/>
              </a:rPr>
              <a:t> rem </a:t>
            </a:r>
            <a:r>
              <a:rPr lang="en-US" i="1" dirty="0" err="1">
                <a:effectLst/>
                <a:latin typeface="Arial" panose="020B0604020202020204" pitchFamily="34" charset="0"/>
              </a:rPr>
              <a:t>hil</a:t>
            </a:r>
            <a:r>
              <a:rPr lang="en-US" i="1" dirty="0">
                <a:effectLst/>
                <a:latin typeface="Arial" panose="020B0604020202020204" pitchFamily="34" charset="0"/>
              </a:rPr>
              <a:t> </a:t>
            </a:r>
            <a:r>
              <a:rPr lang="en-US" i="1" dirty="0" err="1">
                <a:effectLst/>
                <a:latin typeface="Arial" panose="020B0604020202020204" pitchFamily="34" charset="0"/>
              </a:rPr>
              <a:t>estorit</a:t>
            </a:r>
            <a:r>
              <a:rPr lang="en-US" i="1" dirty="0">
                <a:effectLst/>
                <a:latin typeface="Arial" panose="020B0604020202020204" pitchFamily="34" charset="0"/>
              </a:rPr>
              <a:t> </a:t>
            </a:r>
            <a:r>
              <a:rPr lang="en-US" i="1" dirty="0" err="1">
                <a:effectLst/>
                <a:latin typeface="Arial" panose="020B0604020202020204" pitchFamily="34" charset="0"/>
              </a:rPr>
              <a:t>atatur</a:t>
            </a:r>
            <a:r>
              <a:rPr lang="en-US" i="1" dirty="0">
                <a:effectLst/>
                <a:latin typeface="Arial" panose="020B0604020202020204" pitchFamily="34" charset="0"/>
              </a:rPr>
              <a:t> </a:t>
            </a:r>
            <a:r>
              <a:rPr lang="en-US" i="1" dirty="0" err="1">
                <a:effectLst/>
                <a:latin typeface="Arial" panose="020B0604020202020204" pitchFamily="34" charset="0"/>
              </a:rPr>
              <a:t>accuptis</a:t>
            </a:r>
            <a:r>
              <a:rPr lang="en-US" i="1" dirty="0">
                <a:effectLst/>
                <a:latin typeface="Arial" panose="020B0604020202020204" pitchFamily="34" charset="0"/>
              </a:rPr>
              <a:t> </a:t>
            </a:r>
            <a:r>
              <a:rPr lang="en-US" i="1" dirty="0" err="1">
                <a:effectLst/>
                <a:latin typeface="Arial" panose="020B0604020202020204" pitchFamily="34" charset="0"/>
              </a:rPr>
              <a:t>accuptur</a:t>
            </a:r>
            <a:r>
              <a:rPr lang="en-US" i="1" dirty="0">
                <a:effectLst/>
                <a:latin typeface="Arial" panose="020B0604020202020204" pitchFamily="34" charset="0"/>
              </a:rPr>
              <a:t>.</a:t>
            </a:r>
            <a:endParaRPr lang="en-US" dirty="0">
              <a:effectLst/>
              <a:latin typeface="Arial" panose="020B0604020202020204" pitchFamily="34" charset="0"/>
            </a:endParaRPr>
          </a:p>
        </p:txBody>
      </p:sp>
      <p:sp>
        <p:nvSpPr>
          <p:cNvPr id="16" name="Text Placeholder 11">
            <a:extLst>
              <a:ext uri="{FF2B5EF4-FFF2-40B4-BE49-F238E27FC236}">
                <a16:creationId xmlns:a16="http://schemas.microsoft.com/office/drawing/2014/main" id="{C8E3FED6-CA8C-C549-9403-6D6C5D78592C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345655" y="4811712"/>
            <a:ext cx="3154363" cy="392031"/>
          </a:xfrm>
          <a:prstGeom prst="rect">
            <a:avLst/>
          </a:prstGeom>
        </p:spPr>
        <p:txBody>
          <a:bodyPr>
            <a:noAutofit/>
          </a:bodyPr>
          <a:lstStyle>
            <a:lvl1pPr marL="171450" indent="-171450">
              <a:lnSpc>
                <a:spcPct val="100000"/>
              </a:lnSpc>
              <a:buFont typeface="System Font Regular"/>
              <a:buChar char="–"/>
              <a:defRPr lang="en-US" sz="1200" i="0" smtClean="0">
                <a:solidFill>
                  <a:schemeClr val="bg1"/>
                </a:solidFill>
                <a:effectLst/>
              </a:defRPr>
            </a:lvl1pPr>
          </a:lstStyle>
          <a:p>
            <a:r>
              <a:rPr lang="en-US" i="1" dirty="0">
                <a:effectLst/>
                <a:latin typeface="Arial" panose="020B0604020202020204" pitchFamily="34" charset="0"/>
              </a:rPr>
              <a:t>Quote source</a:t>
            </a:r>
            <a:endParaRPr lang="en-US" dirty="0"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588428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Quot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5ED40E-3BDF-834C-B342-0AACC13AADE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87482" y="395492"/>
            <a:ext cx="11033388" cy="715294"/>
          </a:xfrm>
        </p:spPr>
        <p:txBody>
          <a:bodyPr anchor="b">
            <a:noAutofit/>
          </a:bodyPr>
          <a:lstStyle>
            <a:lvl1pPr>
              <a:defRPr lang="en-US" b="1" smtClean="0">
                <a:solidFill>
                  <a:schemeClr val="accent1"/>
                </a:solidFill>
                <a:effectLst/>
              </a:defRPr>
            </a:lvl1pPr>
          </a:lstStyle>
          <a:p>
            <a:r>
              <a:rPr lang="en-US" dirty="0"/>
              <a:t>Page Title Placeholder </a:t>
            </a:r>
            <a:endParaRPr lang="en-US" dirty="0">
              <a:solidFill>
                <a:srgbClr val="F7884F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27B582C0-F1B4-5E45-B235-6254D715FB52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86739" y="1121177"/>
            <a:ext cx="11034167" cy="479023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None/>
              <a:defRPr sz="2500">
                <a:solidFill>
                  <a:schemeClr val="tx2"/>
                </a:solidFill>
              </a:defRPr>
            </a:lvl1pPr>
          </a:lstStyle>
          <a:p>
            <a:pPr lvl="0"/>
            <a:r>
              <a:rPr lang="en-US" dirty="0"/>
              <a:t>Subtitle Placeholder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6EEBC4B4-DDA2-2749-B9E5-0DAD6CDB2F98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41236" y="2034663"/>
            <a:ext cx="545661" cy="358988"/>
          </a:xfrm>
          <a:prstGeom prst="rect">
            <a:avLst/>
          </a:prstGeom>
        </p:spPr>
      </p:pic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0618C2FF-6DB8-2F4B-A07E-ACC0CB87B6FD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86740" y="2535213"/>
            <a:ext cx="3154363" cy="1631216"/>
          </a:xfrm>
          <a:prstGeom prst="rect">
            <a:avLst/>
          </a:prstGeom>
        </p:spPr>
        <p:txBody>
          <a:bodyPr>
            <a:spAutoFit/>
          </a:bodyPr>
          <a:lstStyle>
            <a:lvl1pPr marL="0" indent="0">
              <a:lnSpc>
                <a:spcPct val="100000"/>
              </a:lnSpc>
              <a:buNone/>
              <a:defRPr lang="en-US" sz="2000" i="0" smtClean="0">
                <a:solidFill>
                  <a:srgbClr val="898C92"/>
                </a:solidFill>
                <a:effectLst/>
              </a:defRPr>
            </a:lvl1pPr>
          </a:lstStyle>
          <a:p>
            <a:r>
              <a:rPr lang="en-US" i="1" dirty="0" err="1">
                <a:effectLst/>
                <a:latin typeface="Arial" panose="020B0604020202020204" pitchFamily="34" charset="0"/>
              </a:rPr>
              <a:t>Gendaest</a:t>
            </a:r>
            <a:r>
              <a:rPr lang="en-US" i="1" dirty="0">
                <a:effectLst/>
                <a:latin typeface="Arial" panose="020B0604020202020204" pitchFamily="34" charset="0"/>
              </a:rPr>
              <a:t> </a:t>
            </a:r>
            <a:r>
              <a:rPr lang="en-US" i="1" dirty="0" err="1">
                <a:effectLst/>
                <a:latin typeface="Arial" panose="020B0604020202020204" pitchFamily="34" charset="0"/>
              </a:rPr>
              <a:t>ecatur</a:t>
            </a:r>
            <a:r>
              <a:rPr lang="en-US" i="1" dirty="0">
                <a:effectLst/>
                <a:latin typeface="Arial" panose="020B0604020202020204" pitchFamily="34" charset="0"/>
              </a:rPr>
              <a:t> re </a:t>
            </a:r>
            <a:r>
              <a:rPr lang="en-US" i="1" dirty="0" err="1">
                <a:effectLst/>
                <a:latin typeface="Arial" panose="020B0604020202020204" pitchFamily="34" charset="0"/>
              </a:rPr>
              <a:t>dolendebis</a:t>
            </a:r>
            <a:r>
              <a:rPr lang="en-US" i="1" dirty="0">
                <a:effectLst/>
                <a:latin typeface="Arial" panose="020B0604020202020204" pitchFamily="34" charset="0"/>
              </a:rPr>
              <a:t> </a:t>
            </a:r>
            <a:r>
              <a:rPr lang="en-US" i="1" dirty="0" err="1">
                <a:effectLst/>
                <a:latin typeface="Arial" panose="020B0604020202020204" pitchFamily="34" charset="0"/>
              </a:rPr>
              <a:t>doluptior</a:t>
            </a:r>
            <a:r>
              <a:rPr lang="en-US" i="1" dirty="0">
                <a:effectLst/>
                <a:latin typeface="Arial" panose="020B0604020202020204" pitchFamily="34" charset="0"/>
              </a:rPr>
              <a:t> </a:t>
            </a:r>
            <a:r>
              <a:rPr lang="en-US" i="1" dirty="0" err="1">
                <a:effectLst/>
                <a:latin typeface="Arial" panose="020B0604020202020204" pitchFamily="34" charset="0"/>
              </a:rPr>
              <a:t>accuptur</a:t>
            </a:r>
            <a:r>
              <a:rPr lang="en-US" i="1" dirty="0">
                <a:effectLst/>
                <a:latin typeface="Arial" panose="020B0604020202020204" pitchFamily="34" charset="0"/>
              </a:rPr>
              <a:t> re, que </a:t>
            </a:r>
            <a:r>
              <a:rPr lang="en-US" i="1" dirty="0" err="1">
                <a:effectLst/>
                <a:latin typeface="Arial" panose="020B0604020202020204" pitchFamily="34" charset="0"/>
              </a:rPr>
              <a:t>nossum</a:t>
            </a:r>
            <a:r>
              <a:rPr lang="en-US" i="1" dirty="0">
                <a:effectLst/>
                <a:latin typeface="Arial" panose="020B0604020202020204" pitchFamily="34" charset="0"/>
              </a:rPr>
              <a:t> </a:t>
            </a:r>
            <a:r>
              <a:rPr lang="en-US" i="1" dirty="0" err="1">
                <a:effectLst/>
                <a:latin typeface="Arial" panose="020B0604020202020204" pitchFamily="34" charset="0"/>
              </a:rPr>
              <a:t>atustem</a:t>
            </a:r>
            <a:r>
              <a:rPr lang="en-US" i="1" dirty="0">
                <a:effectLst/>
                <a:latin typeface="Arial" panose="020B0604020202020204" pitchFamily="34" charset="0"/>
              </a:rPr>
              <a:t> rem </a:t>
            </a:r>
            <a:r>
              <a:rPr lang="en-US" i="1" dirty="0" err="1">
                <a:effectLst/>
                <a:latin typeface="Arial" panose="020B0604020202020204" pitchFamily="34" charset="0"/>
              </a:rPr>
              <a:t>hil</a:t>
            </a:r>
            <a:r>
              <a:rPr lang="en-US" i="1" dirty="0">
                <a:effectLst/>
                <a:latin typeface="Arial" panose="020B0604020202020204" pitchFamily="34" charset="0"/>
              </a:rPr>
              <a:t> </a:t>
            </a:r>
            <a:r>
              <a:rPr lang="en-US" i="1" dirty="0" err="1">
                <a:effectLst/>
                <a:latin typeface="Arial" panose="020B0604020202020204" pitchFamily="34" charset="0"/>
              </a:rPr>
              <a:t>estorit</a:t>
            </a:r>
            <a:r>
              <a:rPr lang="en-US" i="1" dirty="0">
                <a:effectLst/>
                <a:latin typeface="Arial" panose="020B0604020202020204" pitchFamily="34" charset="0"/>
              </a:rPr>
              <a:t> </a:t>
            </a:r>
            <a:r>
              <a:rPr lang="en-US" i="1" dirty="0" err="1">
                <a:effectLst/>
                <a:latin typeface="Arial" panose="020B0604020202020204" pitchFamily="34" charset="0"/>
              </a:rPr>
              <a:t>atatur</a:t>
            </a:r>
            <a:r>
              <a:rPr lang="en-US" i="1" dirty="0">
                <a:effectLst/>
                <a:latin typeface="Arial" panose="020B0604020202020204" pitchFamily="34" charset="0"/>
              </a:rPr>
              <a:t> </a:t>
            </a:r>
            <a:r>
              <a:rPr lang="en-US" i="1" dirty="0" err="1">
                <a:effectLst/>
                <a:latin typeface="Arial" panose="020B0604020202020204" pitchFamily="34" charset="0"/>
              </a:rPr>
              <a:t>accuptis</a:t>
            </a:r>
            <a:r>
              <a:rPr lang="en-US" i="1" dirty="0">
                <a:effectLst/>
                <a:latin typeface="Arial" panose="020B0604020202020204" pitchFamily="34" charset="0"/>
              </a:rPr>
              <a:t> </a:t>
            </a:r>
            <a:r>
              <a:rPr lang="en-US" i="1" dirty="0" err="1">
                <a:effectLst/>
                <a:latin typeface="Arial" panose="020B0604020202020204" pitchFamily="34" charset="0"/>
              </a:rPr>
              <a:t>accuptur</a:t>
            </a:r>
            <a:r>
              <a:rPr lang="en-US" i="1" dirty="0">
                <a:effectLst/>
                <a:latin typeface="Arial" panose="020B0604020202020204" pitchFamily="34" charset="0"/>
              </a:rPr>
              <a:t>.</a:t>
            </a:r>
            <a:endParaRPr lang="en-US" dirty="0">
              <a:effectLst/>
              <a:latin typeface="Arial" panose="020B0604020202020204" pitchFamily="34" charset="0"/>
            </a:endParaRPr>
          </a:p>
        </p:txBody>
      </p:sp>
      <p:sp>
        <p:nvSpPr>
          <p:cNvPr id="14" name="Text Placeholder 11">
            <a:extLst>
              <a:ext uri="{FF2B5EF4-FFF2-40B4-BE49-F238E27FC236}">
                <a16:creationId xmlns:a16="http://schemas.microsoft.com/office/drawing/2014/main" id="{5F15D219-5B9E-8D48-BED6-10CC701B8D24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86740" y="4794935"/>
            <a:ext cx="3154363" cy="276999"/>
          </a:xfrm>
          <a:prstGeom prst="rect">
            <a:avLst/>
          </a:prstGeom>
        </p:spPr>
        <p:txBody>
          <a:bodyPr>
            <a:spAutoFit/>
          </a:bodyPr>
          <a:lstStyle>
            <a:lvl1pPr marL="171450" indent="-171450">
              <a:lnSpc>
                <a:spcPct val="100000"/>
              </a:lnSpc>
              <a:buFont typeface="System Font Regular"/>
              <a:buChar char="–"/>
              <a:defRPr lang="en-US" sz="1200" i="0" smtClean="0">
                <a:solidFill>
                  <a:schemeClr val="accent1"/>
                </a:solidFill>
                <a:effectLst/>
              </a:defRPr>
            </a:lvl1pPr>
          </a:lstStyle>
          <a:p>
            <a:r>
              <a:rPr lang="en-US" i="1" dirty="0">
                <a:effectLst/>
                <a:latin typeface="Arial" panose="020B0604020202020204" pitchFamily="34" charset="0"/>
              </a:rPr>
              <a:t>Quote source</a:t>
            </a:r>
            <a:endParaRPr lang="en-US" dirty="0">
              <a:effectLst/>
              <a:latin typeface="Arial" panose="020B0604020202020204" pitchFamily="34" charset="0"/>
            </a:endParaRPr>
          </a:p>
        </p:txBody>
      </p:sp>
      <p:sp>
        <p:nvSpPr>
          <p:cNvPr id="18" name="Text Placeholder 11">
            <a:extLst>
              <a:ext uri="{FF2B5EF4-FFF2-40B4-BE49-F238E27FC236}">
                <a16:creationId xmlns:a16="http://schemas.microsoft.com/office/drawing/2014/main" id="{24DB837E-AA29-B240-993C-F9853D959B30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531659" y="2535213"/>
            <a:ext cx="3154363" cy="1631216"/>
          </a:xfrm>
          <a:prstGeom prst="rect">
            <a:avLst/>
          </a:prstGeom>
        </p:spPr>
        <p:txBody>
          <a:bodyPr>
            <a:spAutoFit/>
          </a:bodyPr>
          <a:lstStyle>
            <a:lvl1pPr marL="0" indent="0">
              <a:lnSpc>
                <a:spcPct val="100000"/>
              </a:lnSpc>
              <a:buNone/>
              <a:defRPr lang="en-US" sz="2000" i="0" smtClean="0">
                <a:solidFill>
                  <a:srgbClr val="898C92"/>
                </a:solidFill>
                <a:effectLst/>
              </a:defRPr>
            </a:lvl1pPr>
          </a:lstStyle>
          <a:p>
            <a:r>
              <a:rPr lang="en-US" i="1" dirty="0" err="1">
                <a:effectLst/>
                <a:latin typeface="Arial" panose="020B0604020202020204" pitchFamily="34" charset="0"/>
              </a:rPr>
              <a:t>Gendaest</a:t>
            </a:r>
            <a:r>
              <a:rPr lang="en-US" i="1" dirty="0">
                <a:effectLst/>
                <a:latin typeface="Arial" panose="020B0604020202020204" pitchFamily="34" charset="0"/>
              </a:rPr>
              <a:t> </a:t>
            </a:r>
            <a:r>
              <a:rPr lang="en-US" i="1" dirty="0" err="1">
                <a:effectLst/>
                <a:latin typeface="Arial" panose="020B0604020202020204" pitchFamily="34" charset="0"/>
              </a:rPr>
              <a:t>ecatur</a:t>
            </a:r>
            <a:r>
              <a:rPr lang="en-US" i="1" dirty="0">
                <a:effectLst/>
                <a:latin typeface="Arial" panose="020B0604020202020204" pitchFamily="34" charset="0"/>
              </a:rPr>
              <a:t> re </a:t>
            </a:r>
            <a:r>
              <a:rPr lang="en-US" i="1" dirty="0" err="1">
                <a:effectLst/>
                <a:latin typeface="Arial" panose="020B0604020202020204" pitchFamily="34" charset="0"/>
              </a:rPr>
              <a:t>dolendebis</a:t>
            </a:r>
            <a:r>
              <a:rPr lang="en-US" i="1" dirty="0">
                <a:effectLst/>
                <a:latin typeface="Arial" panose="020B0604020202020204" pitchFamily="34" charset="0"/>
              </a:rPr>
              <a:t> </a:t>
            </a:r>
            <a:r>
              <a:rPr lang="en-US" i="1" dirty="0" err="1">
                <a:effectLst/>
                <a:latin typeface="Arial" panose="020B0604020202020204" pitchFamily="34" charset="0"/>
              </a:rPr>
              <a:t>doluptior</a:t>
            </a:r>
            <a:r>
              <a:rPr lang="en-US" i="1" dirty="0">
                <a:effectLst/>
                <a:latin typeface="Arial" panose="020B0604020202020204" pitchFamily="34" charset="0"/>
              </a:rPr>
              <a:t> </a:t>
            </a:r>
            <a:r>
              <a:rPr lang="en-US" i="1" dirty="0" err="1">
                <a:effectLst/>
                <a:latin typeface="Arial" panose="020B0604020202020204" pitchFamily="34" charset="0"/>
              </a:rPr>
              <a:t>accuptur</a:t>
            </a:r>
            <a:r>
              <a:rPr lang="en-US" i="1" dirty="0">
                <a:effectLst/>
                <a:latin typeface="Arial" panose="020B0604020202020204" pitchFamily="34" charset="0"/>
              </a:rPr>
              <a:t> re, que </a:t>
            </a:r>
            <a:r>
              <a:rPr lang="en-US" i="1" dirty="0" err="1">
                <a:effectLst/>
                <a:latin typeface="Arial" panose="020B0604020202020204" pitchFamily="34" charset="0"/>
              </a:rPr>
              <a:t>nossum</a:t>
            </a:r>
            <a:r>
              <a:rPr lang="en-US" i="1" dirty="0">
                <a:effectLst/>
                <a:latin typeface="Arial" panose="020B0604020202020204" pitchFamily="34" charset="0"/>
              </a:rPr>
              <a:t> </a:t>
            </a:r>
            <a:r>
              <a:rPr lang="en-US" i="1" dirty="0" err="1">
                <a:effectLst/>
                <a:latin typeface="Arial" panose="020B0604020202020204" pitchFamily="34" charset="0"/>
              </a:rPr>
              <a:t>atustem</a:t>
            </a:r>
            <a:r>
              <a:rPr lang="en-US" i="1" dirty="0">
                <a:effectLst/>
                <a:latin typeface="Arial" panose="020B0604020202020204" pitchFamily="34" charset="0"/>
              </a:rPr>
              <a:t> rem </a:t>
            </a:r>
            <a:r>
              <a:rPr lang="en-US" i="1" dirty="0" err="1">
                <a:effectLst/>
                <a:latin typeface="Arial" panose="020B0604020202020204" pitchFamily="34" charset="0"/>
              </a:rPr>
              <a:t>hil</a:t>
            </a:r>
            <a:r>
              <a:rPr lang="en-US" i="1" dirty="0">
                <a:effectLst/>
                <a:latin typeface="Arial" panose="020B0604020202020204" pitchFamily="34" charset="0"/>
              </a:rPr>
              <a:t> </a:t>
            </a:r>
            <a:r>
              <a:rPr lang="en-US" i="1" dirty="0" err="1">
                <a:effectLst/>
                <a:latin typeface="Arial" panose="020B0604020202020204" pitchFamily="34" charset="0"/>
              </a:rPr>
              <a:t>estorit</a:t>
            </a:r>
            <a:r>
              <a:rPr lang="en-US" i="1" dirty="0">
                <a:effectLst/>
                <a:latin typeface="Arial" panose="020B0604020202020204" pitchFamily="34" charset="0"/>
              </a:rPr>
              <a:t> </a:t>
            </a:r>
            <a:r>
              <a:rPr lang="en-US" i="1" dirty="0" err="1">
                <a:effectLst/>
                <a:latin typeface="Arial" panose="020B0604020202020204" pitchFamily="34" charset="0"/>
              </a:rPr>
              <a:t>atatur</a:t>
            </a:r>
            <a:r>
              <a:rPr lang="en-US" i="1" dirty="0">
                <a:effectLst/>
                <a:latin typeface="Arial" panose="020B0604020202020204" pitchFamily="34" charset="0"/>
              </a:rPr>
              <a:t> </a:t>
            </a:r>
            <a:r>
              <a:rPr lang="en-US" i="1" dirty="0" err="1">
                <a:effectLst/>
                <a:latin typeface="Arial" panose="020B0604020202020204" pitchFamily="34" charset="0"/>
              </a:rPr>
              <a:t>accuptis</a:t>
            </a:r>
            <a:r>
              <a:rPr lang="en-US" i="1" dirty="0">
                <a:effectLst/>
                <a:latin typeface="Arial" panose="020B0604020202020204" pitchFamily="34" charset="0"/>
              </a:rPr>
              <a:t> </a:t>
            </a:r>
            <a:r>
              <a:rPr lang="en-US" i="1" dirty="0" err="1">
                <a:effectLst/>
                <a:latin typeface="Arial" panose="020B0604020202020204" pitchFamily="34" charset="0"/>
              </a:rPr>
              <a:t>accuptur</a:t>
            </a:r>
            <a:r>
              <a:rPr lang="en-US" i="1" dirty="0">
                <a:effectLst/>
                <a:latin typeface="Arial" panose="020B0604020202020204" pitchFamily="34" charset="0"/>
              </a:rPr>
              <a:t>.</a:t>
            </a:r>
            <a:endParaRPr lang="en-US" dirty="0">
              <a:effectLst/>
              <a:latin typeface="Arial" panose="020B0604020202020204" pitchFamily="34" charset="0"/>
            </a:endParaRPr>
          </a:p>
        </p:txBody>
      </p:sp>
      <p:sp>
        <p:nvSpPr>
          <p:cNvPr id="19" name="Text Placeholder 11">
            <a:extLst>
              <a:ext uri="{FF2B5EF4-FFF2-40B4-BE49-F238E27FC236}">
                <a16:creationId xmlns:a16="http://schemas.microsoft.com/office/drawing/2014/main" id="{999129FA-5599-CA46-A4AE-0814D4B77C56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4531659" y="4794935"/>
            <a:ext cx="3154363" cy="276999"/>
          </a:xfrm>
          <a:prstGeom prst="rect">
            <a:avLst/>
          </a:prstGeom>
        </p:spPr>
        <p:txBody>
          <a:bodyPr>
            <a:spAutoFit/>
          </a:bodyPr>
          <a:lstStyle>
            <a:lvl1pPr marL="171450" indent="-171450">
              <a:lnSpc>
                <a:spcPct val="100000"/>
              </a:lnSpc>
              <a:buFont typeface="System Font Regular"/>
              <a:buChar char="–"/>
              <a:defRPr lang="en-US" sz="1200" i="0" smtClean="0">
                <a:solidFill>
                  <a:schemeClr val="accent1"/>
                </a:solidFill>
                <a:effectLst/>
              </a:defRPr>
            </a:lvl1pPr>
          </a:lstStyle>
          <a:p>
            <a:r>
              <a:rPr lang="en-US" i="1" dirty="0">
                <a:effectLst/>
                <a:latin typeface="Arial" panose="020B0604020202020204" pitchFamily="34" charset="0"/>
              </a:rPr>
              <a:t>Quote source</a:t>
            </a:r>
            <a:endParaRPr lang="en-US" dirty="0">
              <a:effectLst/>
              <a:latin typeface="Arial" panose="020B0604020202020204" pitchFamily="34" charset="0"/>
            </a:endParaRPr>
          </a:p>
        </p:txBody>
      </p:sp>
      <p:sp>
        <p:nvSpPr>
          <p:cNvPr id="22" name="Text Placeholder 11">
            <a:extLst>
              <a:ext uri="{FF2B5EF4-FFF2-40B4-BE49-F238E27FC236}">
                <a16:creationId xmlns:a16="http://schemas.microsoft.com/office/drawing/2014/main" id="{B6020E31-7347-5741-9900-2003C4B901E3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8466507" y="2535213"/>
            <a:ext cx="3154363" cy="1631216"/>
          </a:xfrm>
          <a:prstGeom prst="rect">
            <a:avLst/>
          </a:prstGeom>
        </p:spPr>
        <p:txBody>
          <a:bodyPr>
            <a:spAutoFit/>
          </a:bodyPr>
          <a:lstStyle>
            <a:lvl1pPr marL="0" indent="0">
              <a:lnSpc>
                <a:spcPct val="100000"/>
              </a:lnSpc>
              <a:buNone/>
              <a:defRPr lang="en-US" sz="2000" i="0" smtClean="0">
                <a:solidFill>
                  <a:srgbClr val="898C92"/>
                </a:solidFill>
                <a:effectLst/>
              </a:defRPr>
            </a:lvl1pPr>
          </a:lstStyle>
          <a:p>
            <a:r>
              <a:rPr lang="en-US" i="1" dirty="0" err="1">
                <a:effectLst/>
                <a:latin typeface="Arial" panose="020B0604020202020204" pitchFamily="34" charset="0"/>
              </a:rPr>
              <a:t>Gendaest</a:t>
            </a:r>
            <a:r>
              <a:rPr lang="en-US" i="1" dirty="0">
                <a:effectLst/>
                <a:latin typeface="Arial" panose="020B0604020202020204" pitchFamily="34" charset="0"/>
              </a:rPr>
              <a:t> </a:t>
            </a:r>
            <a:r>
              <a:rPr lang="en-US" i="1" dirty="0" err="1">
                <a:effectLst/>
                <a:latin typeface="Arial" panose="020B0604020202020204" pitchFamily="34" charset="0"/>
              </a:rPr>
              <a:t>ecatur</a:t>
            </a:r>
            <a:r>
              <a:rPr lang="en-US" i="1" dirty="0">
                <a:effectLst/>
                <a:latin typeface="Arial" panose="020B0604020202020204" pitchFamily="34" charset="0"/>
              </a:rPr>
              <a:t> re </a:t>
            </a:r>
            <a:r>
              <a:rPr lang="en-US" i="1" dirty="0" err="1">
                <a:effectLst/>
                <a:latin typeface="Arial" panose="020B0604020202020204" pitchFamily="34" charset="0"/>
              </a:rPr>
              <a:t>dolendebis</a:t>
            </a:r>
            <a:r>
              <a:rPr lang="en-US" i="1" dirty="0">
                <a:effectLst/>
                <a:latin typeface="Arial" panose="020B0604020202020204" pitchFamily="34" charset="0"/>
              </a:rPr>
              <a:t> </a:t>
            </a:r>
            <a:r>
              <a:rPr lang="en-US" i="1" dirty="0" err="1">
                <a:effectLst/>
                <a:latin typeface="Arial" panose="020B0604020202020204" pitchFamily="34" charset="0"/>
              </a:rPr>
              <a:t>doluptior</a:t>
            </a:r>
            <a:r>
              <a:rPr lang="en-US" i="1" dirty="0">
                <a:effectLst/>
                <a:latin typeface="Arial" panose="020B0604020202020204" pitchFamily="34" charset="0"/>
              </a:rPr>
              <a:t> </a:t>
            </a:r>
            <a:r>
              <a:rPr lang="en-US" i="1" dirty="0" err="1">
                <a:effectLst/>
                <a:latin typeface="Arial" panose="020B0604020202020204" pitchFamily="34" charset="0"/>
              </a:rPr>
              <a:t>accuptur</a:t>
            </a:r>
            <a:r>
              <a:rPr lang="en-US" i="1" dirty="0">
                <a:effectLst/>
                <a:latin typeface="Arial" panose="020B0604020202020204" pitchFamily="34" charset="0"/>
              </a:rPr>
              <a:t> re, que </a:t>
            </a:r>
            <a:r>
              <a:rPr lang="en-US" i="1" dirty="0" err="1">
                <a:effectLst/>
                <a:latin typeface="Arial" panose="020B0604020202020204" pitchFamily="34" charset="0"/>
              </a:rPr>
              <a:t>nossum</a:t>
            </a:r>
            <a:r>
              <a:rPr lang="en-US" i="1" dirty="0">
                <a:effectLst/>
                <a:latin typeface="Arial" panose="020B0604020202020204" pitchFamily="34" charset="0"/>
              </a:rPr>
              <a:t> </a:t>
            </a:r>
            <a:r>
              <a:rPr lang="en-US" i="1" dirty="0" err="1">
                <a:effectLst/>
                <a:latin typeface="Arial" panose="020B0604020202020204" pitchFamily="34" charset="0"/>
              </a:rPr>
              <a:t>atustem</a:t>
            </a:r>
            <a:r>
              <a:rPr lang="en-US" i="1" dirty="0">
                <a:effectLst/>
                <a:latin typeface="Arial" panose="020B0604020202020204" pitchFamily="34" charset="0"/>
              </a:rPr>
              <a:t> rem </a:t>
            </a:r>
            <a:r>
              <a:rPr lang="en-US" i="1" dirty="0" err="1">
                <a:effectLst/>
                <a:latin typeface="Arial" panose="020B0604020202020204" pitchFamily="34" charset="0"/>
              </a:rPr>
              <a:t>hil</a:t>
            </a:r>
            <a:r>
              <a:rPr lang="en-US" i="1" dirty="0">
                <a:effectLst/>
                <a:latin typeface="Arial" panose="020B0604020202020204" pitchFamily="34" charset="0"/>
              </a:rPr>
              <a:t> </a:t>
            </a:r>
            <a:r>
              <a:rPr lang="en-US" i="1" dirty="0" err="1">
                <a:effectLst/>
                <a:latin typeface="Arial" panose="020B0604020202020204" pitchFamily="34" charset="0"/>
              </a:rPr>
              <a:t>estorit</a:t>
            </a:r>
            <a:r>
              <a:rPr lang="en-US" i="1" dirty="0">
                <a:effectLst/>
                <a:latin typeface="Arial" panose="020B0604020202020204" pitchFamily="34" charset="0"/>
              </a:rPr>
              <a:t> </a:t>
            </a:r>
            <a:r>
              <a:rPr lang="en-US" i="1" dirty="0" err="1">
                <a:effectLst/>
                <a:latin typeface="Arial" panose="020B0604020202020204" pitchFamily="34" charset="0"/>
              </a:rPr>
              <a:t>atatur</a:t>
            </a:r>
            <a:r>
              <a:rPr lang="en-US" i="1" dirty="0">
                <a:effectLst/>
                <a:latin typeface="Arial" panose="020B0604020202020204" pitchFamily="34" charset="0"/>
              </a:rPr>
              <a:t> </a:t>
            </a:r>
            <a:r>
              <a:rPr lang="en-US" i="1" dirty="0" err="1">
                <a:effectLst/>
                <a:latin typeface="Arial" panose="020B0604020202020204" pitchFamily="34" charset="0"/>
              </a:rPr>
              <a:t>accuptis</a:t>
            </a:r>
            <a:r>
              <a:rPr lang="en-US" i="1" dirty="0">
                <a:effectLst/>
                <a:latin typeface="Arial" panose="020B0604020202020204" pitchFamily="34" charset="0"/>
              </a:rPr>
              <a:t> </a:t>
            </a:r>
            <a:r>
              <a:rPr lang="en-US" i="1" dirty="0" err="1">
                <a:effectLst/>
                <a:latin typeface="Arial" panose="020B0604020202020204" pitchFamily="34" charset="0"/>
              </a:rPr>
              <a:t>accuptur</a:t>
            </a:r>
            <a:r>
              <a:rPr lang="en-US" i="1" dirty="0">
                <a:effectLst/>
                <a:latin typeface="Arial" panose="020B0604020202020204" pitchFamily="34" charset="0"/>
              </a:rPr>
              <a:t>.</a:t>
            </a:r>
            <a:endParaRPr lang="en-US" dirty="0">
              <a:effectLst/>
              <a:latin typeface="Arial" panose="020B0604020202020204" pitchFamily="34" charset="0"/>
            </a:endParaRPr>
          </a:p>
        </p:txBody>
      </p:sp>
      <p:sp>
        <p:nvSpPr>
          <p:cNvPr id="23" name="Text Placeholder 11">
            <a:extLst>
              <a:ext uri="{FF2B5EF4-FFF2-40B4-BE49-F238E27FC236}">
                <a16:creationId xmlns:a16="http://schemas.microsoft.com/office/drawing/2014/main" id="{1FD90BFA-307C-564E-BD1E-171E99320D77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8466507" y="4794935"/>
            <a:ext cx="3154363" cy="276999"/>
          </a:xfrm>
          <a:prstGeom prst="rect">
            <a:avLst/>
          </a:prstGeom>
        </p:spPr>
        <p:txBody>
          <a:bodyPr>
            <a:spAutoFit/>
          </a:bodyPr>
          <a:lstStyle>
            <a:lvl1pPr marL="171450" indent="-171450">
              <a:lnSpc>
                <a:spcPct val="100000"/>
              </a:lnSpc>
              <a:buFont typeface="System Font Regular"/>
              <a:buChar char="–"/>
              <a:defRPr lang="en-US" sz="1200" i="0" smtClean="0">
                <a:solidFill>
                  <a:schemeClr val="accent1"/>
                </a:solidFill>
                <a:effectLst/>
              </a:defRPr>
            </a:lvl1pPr>
          </a:lstStyle>
          <a:p>
            <a:r>
              <a:rPr lang="en-US" i="1" dirty="0">
                <a:effectLst/>
                <a:latin typeface="Arial" panose="020B0604020202020204" pitchFamily="34" charset="0"/>
              </a:rPr>
              <a:t>Quote source</a:t>
            </a:r>
            <a:endParaRPr lang="en-US" dirty="0">
              <a:effectLst/>
              <a:latin typeface="Arial" panose="020B0604020202020204" pitchFamily="34" charset="0"/>
            </a:endParaRP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D748C436-A854-FD4F-BBAC-586D443AA0F3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41236" y="2034663"/>
            <a:ext cx="545661" cy="358988"/>
          </a:xfrm>
          <a:prstGeom prst="rect">
            <a:avLst/>
          </a:prstGeom>
        </p:spPr>
      </p:pic>
      <p:pic>
        <p:nvPicPr>
          <p:cNvPr id="24" name="Picture 23">
            <a:extLst>
              <a:ext uri="{FF2B5EF4-FFF2-40B4-BE49-F238E27FC236}">
                <a16:creationId xmlns:a16="http://schemas.microsoft.com/office/drawing/2014/main" id="{A0E7035B-5A6D-5746-8C91-4D767EFC9950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41236" y="2034663"/>
            <a:ext cx="545661" cy="358988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4455096F-AB2D-2A06-D81C-03B728BE0FD3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521587" y="2034663"/>
            <a:ext cx="545661" cy="358988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F983726A-CAB5-9EBF-2FBA-51B1BD2E0B28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521587" y="2034663"/>
            <a:ext cx="545661" cy="358988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D042AD6A-C505-8D04-EA5A-767C52A4B581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521587" y="2034663"/>
            <a:ext cx="545661" cy="358988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2EA7CB46-F239-9BE5-0811-5DF07A79025A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452130" y="2034663"/>
            <a:ext cx="545661" cy="358988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DBD8C736-A788-9B3B-7617-BA0F4AAF26AD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452130" y="2034663"/>
            <a:ext cx="545661" cy="358988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0EE21B31-9738-D5B8-C816-7F4264ADE17E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452130" y="2034663"/>
            <a:ext cx="545661" cy="358988"/>
          </a:xfrm>
          <a:prstGeom prst="rect">
            <a:avLst/>
          </a:prstGeom>
        </p:spPr>
      </p:pic>
      <p:sp>
        <p:nvSpPr>
          <p:cNvPr id="11" name="Date Placeholder 10">
            <a:extLst>
              <a:ext uri="{FF2B5EF4-FFF2-40B4-BE49-F238E27FC236}">
                <a16:creationId xmlns:a16="http://schemas.microsoft.com/office/drawing/2014/main" id="{463487EF-D346-6847-0DA9-286691F3DD0C}"/>
              </a:ext>
            </a:extLst>
          </p:cNvPr>
          <p:cNvSpPr>
            <a:spLocks noGrp="1"/>
          </p:cNvSpPr>
          <p:nvPr>
            <p:ph type="dt" sz="half" idx="21"/>
          </p:nvPr>
        </p:nvSpPr>
        <p:spPr/>
        <p:txBody>
          <a:bodyPr/>
          <a:lstStyle/>
          <a:p>
            <a:fld id="{BD93D066-653E-584C-A70F-7A37DE64DEDE}" type="datetimeyyyy">
              <a:rPr lang="en-PH" smtClean="0"/>
              <a:pPr/>
              <a:t>2026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8658513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5ED40E-3BDF-834C-B342-0AACC13AADE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87482" y="395492"/>
            <a:ext cx="11033388" cy="715294"/>
          </a:xfrm>
        </p:spPr>
        <p:txBody>
          <a:bodyPr anchor="b">
            <a:noAutofit/>
          </a:bodyPr>
          <a:lstStyle>
            <a:lvl1pPr>
              <a:defRPr lang="en-US" b="1" smtClean="0">
                <a:solidFill>
                  <a:schemeClr val="accent1"/>
                </a:solidFill>
                <a:effectLst/>
              </a:defRPr>
            </a:lvl1pPr>
          </a:lstStyle>
          <a:p>
            <a:r>
              <a:rPr lang="en-US" dirty="0"/>
              <a:t>Page Title Placeholder </a:t>
            </a:r>
            <a:endParaRPr lang="en-US" dirty="0">
              <a:solidFill>
                <a:srgbClr val="F7884F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27B582C0-F1B4-5E45-B235-6254D715FB52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86739" y="1121641"/>
            <a:ext cx="11034167" cy="478559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None/>
              <a:defRPr sz="2500">
                <a:solidFill>
                  <a:schemeClr val="tx2"/>
                </a:solidFill>
              </a:defRPr>
            </a:lvl1pPr>
          </a:lstStyle>
          <a:p>
            <a:pPr lvl="0"/>
            <a:r>
              <a:rPr lang="en-US" dirty="0"/>
              <a:t>Subtitle Placeholder</a:t>
            </a:r>
          </a:p>
        </p:txBody>
      </p:sp>
      <p:sp>
        <p:nvSpPr>
          <p:cNvPr id="4" name="Table Placeholder 3">
            <a:extLst>
              <a:ext uri="{FF2B5EF4-FFF2-40B4-BE49-F238E27FC236}">
                <a16:creationId xmlns:a16="http://schemas.microsoft.com/office/drawing/2014/main" id="{F23E47F7-6C7A-2545-9A27-16E014FF3A8D}"/>
              </a:ext>
            </a:extLst>
          </p:cNvPr>
          <p:cNvSpPr>
            <a:spLocks noGrp="1"/>
          </p:cNvSpPr>
          <p:nvPr>
            <p:ph type="tbl" sz="quarter" idx="12"/>
          </p:nvPr>
        </p:nvSpPr>
        <p:spPr>
          <a:xfrm>
            <a:off x="585093" y="2057400"/>
            <a:ext cx="11033388" cy="4152900"/>
          </a:xfrm>
        </p:spPr>
        <p:txBody>
          <a:bodyPr/>
          <a:lstStyle/>
          <a:p>
            <a:r>
              <a:rPr lang="en-US"/>
              <a:t>Click icon to add table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493DD3E-C0C0-6D86-F59C-FC6DDD8006D6}"/>
              </a:ext>
            </a:extLst>
          </p:cNvPr>
          <p:cNvSpPr>
            <a:spLocks noGrp="1"/>
          </p:cNvSpPr>
          <p:nvPr>
            <p:ph type="dt" sz="half" idx="13"/>
          </p:nvPr>
        </p:nvSpPr>
        <p:spPr/>
        <p:txBody>
          <a:bodyPr/>
          <a:lstStyle/>
          <a:p>
            <a:fld id="{BD93D066-653E-584C-A70F-7A37DE64DEDE}" type="datetimeyyyy">
              <a:rPr lang="en-PH" smtClean="0"/>
              <a:pPr/>
              <a:t>2026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0885198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ubstitution analys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5ED40E-3BDF-834C-B342-0AACC13AADE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87482" y="395492"/>
            <a:ext cx="11033388" cy="715294"/>
          </a:xfrm>
        </p:spPr>
        <p:txBody>
          <a:bodyPr anchor="b">
            <a:noAutofit/>
          </a:bodyPr>
          <a:lstStyle>
            <a:lvl1pPr>
              <a:defRPr lang="en-US" b="1" smtClean="0">
                <a:solidFill>
                  <a:schemeClr val="accent1"/>
                </a:solidFill>
                <a:effectLst/>
              </a:defRPr>
            </a:lvl1pPr>
          </a:lstStyle>
          <a:p>
            <a:r>
              <a:rPr lang="en-US" dirty="0"/>
              <a:t>Page Title Placeholder </a:t>
            </a:r>
            <a:endParaRPr lang="en-US" dirty="0">
              <a:solidFill>
                <a:srgbClr val="F7884F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27B582C0-F1B4-5E45-B235-6254D715FB52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86739" y="1121177"/>
            <a:ext cx="11034167" cy="479023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None/>
              <a:defRPr sz="2500">
                <a:solidFill>
                  <a:schemeClr val="tx2"/>
                </a:solidFill>
              </a:defRPr>
            </a:lvl1pPr>
          </a:lstStyle>
          <a:p>
            <a:pPr lvl="0"/>
            <a:r>
              <a:rPr lang="en-US" dirty="0"/>
              <a:t>Subtitle Placeholder</a:t>
            </a:r>
          </a:p>
        </p:txBody>
      </p:sp>
      <p:grpSp>
        <p:nvGrpSpPr>
          <p:cNvPr id="14" name="Gruppieren 17">
            <a:extLst>
              <a:ext uri="{FF2B5EF4-FFF2-40B4-BE49-F238E27FC236}">
                <a16:creationId xmlns:a16="http://schemas.microsoft.com/office/drawing/2014/main" id="{012AEAF1-0241-8449-9730-F552B9325C3C}"/>
              </a:ext>
            </a:extLst>
          </p:cNvPr>
          <p:cNvGrpSpPr/>
          <p:nvPr/>
        </p:nvGrpSpPr>
        <p:grpSpPr>
          <a:xfrm>
            <a:off x="586740" y="2221056"/>
            <a:ext cx="10384479" cy="3771352"/>
            <a:chOff x="530475" y="1569454"/>
            <a:chExt cx="11124000" cy="4315046"/>
          </a:xfrm>
        </p:grpSpPr>
        <p:grpSp>
          <p:nvGrpSpPr>
            <p:cNvPr id="16" name="Gruppieren 6">
              <a:extLst>
                <a:ext uri="{FF2B5EF4-FFF2-40B4-BE49-F238E27FC236}">
                  <a16:creationId xmlns:a16="http://schemas.microsoft.com/office/drawing/2014/main" id="{DC04D5D9-05BE-1A4E-9EDA-099E1865E0C5}"/>
                </a:ext>
              </a:extLst>
            </p:cNvPr>
            <p:cNvGrpSpPr>
              <a:grpSpLocks noChangeAspect="1"/>
            </p:cNvGrpSpPr>
            <p:nvPr/>
          </p:nvGrpSpPr>
          <p:grpSpPr>
            <a:xfrm>
              <a:off x="530475" y="1905316"/>
              <a:ext cx="11124000" cy="3979184"/>
              <a:chOff x="540000" y="1834981"/>
              <a:chExt cx="11109600" cy="3974032"/>
            </a:xfrm>
          </p:grpSpPr>
          <p:sp>
            <p:nvSpPr>
              <p:cNvPr id="20" name="Richtungspfeil 7">
                <a:extLst>
                  <a:ext uri="{FF2B5EF4-FFF2-40B4-BE49-F238E27FC236}">
                    <a16:creationId xmlns:a16="http://schemas.microsoft.com/office/drawing/2014/main" id="{406D8AD6-D6E9-FE4B-810B-39BE85BBFB51}"/>
                  </a:ext>
                </a:extLst>
              </p:cNvPr>
              <p:cNvSpPr/>
              <p:nvPr/>
            </p:nvSpPr>
            <p:spPr bwMode="gray">
              <a:xfrm>
                <a:off x="540000" y="1834981"/>
                <a:ext cx="2896421" cy="3974032"/>
              </a:xfrm>
              <a:prstGeom prst="homePlate">
                <a:avLst>
                  <a:gd name="adj" fmla="val 23349"/>
                </a:avLst>
              </a:prstGeom>
              <a:noFill/>
              <a:ln w="9525">
                <a:solidFill>
                  <a:schemeClr val="bg1">
                    <a:lumMod val="75000"/>
                  </a:schemeClr>
                </a:solidFill>
                <a:miter lim="800000"/>
                <a:headEnd/>
                <a:tailEnd/>
              </a:ln>
              <a:effectLst/>
            </p:spPr>
            <p:txBody>
              <a:bodyPr lIns="216000" tIns="0" rIns="54000" bIns="0" anchor="ctr" anchorCtr="0">
                <a:noAutofit/>
              </a:bodyPr>
              <a:lstStyle/>
              <a:p>
                <a:pPr>
                  <a:lnSpc>
                    <a:spcPct val="80000"/>
                  </a:lnSpc>
                  <a:spcAft>
                    <a:spcPts val="750"/>
                  </a:spcAft>
                  <a:buClr>
                    <a:srgbClr val="969696"/>
                  </a:buClr>
                  <a:defRPr/>
                </a:pPr>
                <a:endParaRPr lang="en-US" sz="1500" b="1" dirty="0">
                  <a:solidFill>
                    <a:srgbClr val="3C3C3B"/>
                  </a:solidFill>
                </a:endParaRPr>
              </a:p>
            </p:txBody>
          </p:sp>
          <p:sp>
            <p:nvSpPr>
              <p:cNvPr id="21" name="Eingekerbter Richtungspfeil 8">
                <a:extLst>
                  <a:ext uri="{FF2B5EF4-FFF2-40B4-BE49-F238E27FC236}">
                    <a16:creationId xmlns:a16="http://schemas.microsoft.com/office/drawing/2014/main" id="{7F43B906-2902-1043-B8B7-E1353175A215}"/>
                  </a:ext>
                </a:extLst>
              </p:cNvPr>
              <p:cNvSpPr/>
              <p:nvPr/>
            </p:nvSpPr>
            <p:spPr bwMode="gray">
              <a:xfrm>
                <a:off x="5809486" y="1836000"/>
                <a:ext cx="3093883" cy="3973013"/>
              </a:xfrm>
              <a:prstGeom prst="chevron">
                <a:avLst>
                  <a:gd name="adj" fmla="val 21007"/>
                </a:avLst>
              </a:prstGeom>
              <a:noFill/>
              <a:ln w="9525">
                <a:solidFill>
                  <a:schemeClr val="bg1">
                    <a:lumMod val="75000"/>
                  </a:schemeClr>
                </a:solidFill>
                <a:miter lim="800000"/>
                <a:headEnd/>
                <a:tailEnd/>
              </a:ln>
              <a:effectLst/>
            </p:spPr>
            <p:txBody>
              <a:bodyPr wrap="none" lIns="135000" tIns="0" rIns="0" bIns="0" anchor="ctr" anchorCtr="0">
                <a:noAutofit/>
              </a:bodyPr>
              <a:lstStyle/>
              <a:p>
                <a:pPr>
                  <a:lnSpc>
                    <a:spcPct val="80000"/>
                  </a:lnSpc>
                  <a:spcAft>
                    <a:spcPts val="750"/>
                  </a:spcAft>
                  <a:buClr>
                    <a:srgbClr val="969696"/>
                  </a:buClr>
                  <a:defRPr/>
                </a:pPr>
                <a:endParaRPr lang="en-US" sz="1500" b="1" dirty="0">
                  <a:solidFill>
                    <a:srgbClr val="3C3C3B"/>
                  </a:solidFill>
                </a:endParaRPr>
              </a:p>
            </p:txBody>
          </p:sp>
          <p:sp>
            <p:nvSpPr>
              <p:cNvPr id="22" name="Eingekerbter Richtungspfeil 9">
                <a:extLst>
                  <a:ext uri="{FF2B5EF4-FFF2-40B4-BE49-F238E27FC236}">
                    <a16:creationId xmlns:a16="http://schemas.microsoft.com/office/drawing/2014/main" id="{1BA02CDF-F369-7C49-B194-B3310C24F6CA}"/>
                  </a:ext>
                </a:extLst>
              </p:cNvPr>
              <p:cNvSpPr/>
              <p:nvPr/>
            </p:nvSpPr>
            <p:spPr bwMode="gray">
              <a:xfrm>
                <a:off x="8555717" y="1836000"/>
                <a:ext cx="3093883" cy="3973013"/>
              </a:xfrm>
              <a:prstGeom prst="chevron">
                <a:avLst>
                  <a:gd name="adj" fmla="val 21007"/>
                </a:avLst>
              </a:prstGeom>
              <a:noFill/>
              <a:ln w="9525">
                <a:solidFill>
                  <a:schemeClr val="bg1">
                    <a:lumMod val="75000"/>
                  </a:schemeClr>
                </a:solidFill>
                <a:miter lim="800000"/>
                <a:headEnd/>
                <a:tailEnd/>
              </a:ln>
              <a:effectLst/>
            </p:spPr>
            <p:txBody>
              <a:bodyPr wrap="none" lIns="135000" tIns="0" rIns="0" bIns="0" anchor="ctr" anchorCtr="0">
                <a:noAutofit/>
              </a:bodyPr>
              <a:lstStyle/>
              <a:p>
                <a:pPr>
                  <a:lnSpc>
                    <a:spcPct val="80000"/>
                  </a:lnSpc>
                  <a:spcAft>
                    <a:spcPts val="750"/>
                  </a:spcAft>
                  <a:buClr>
                    <a:srgbClr val="969696"/>
                  </a:buClr>
                  <a:defRPr/>
                </a:pPr>
                <a:endParaRPr lang="en-US" sz="1500" b="1" dirty="0">
                  <a:solidFill>
                    <a:srgbClr val="3C3C3B"/>
                  </a:solidFill>
                </a:endParaRPr>
              </a:p>
            </p:txBody>
          </p:sp>
          <p:grpSp>
            <p:nvGrpSpPr>
              <p:cNvPr id="23" name="Gruppieren 10">
                <a:extLst>
                  <a:ext uri="{FF2B5EF4-FFF2-40B4-BE49-F238E27FC236}">
                    <a16:creationId xmlns:a16="http://schemas.microsoft.com/office/drawing/2014/main" id="{640A451B-1BBB-8448-9DC8-D0F8F9442711}"/>
                  </a:ext>
                </a:extLst>
              </p:cNvPr>
              <p:cNvGrpSpPr/>
              <p:nvPr/>
            </p:nvGrpSpPr>
            <p:grpSpPr>
              <a:xfrm>
                <a:off x="3075408" y="1834981"/>
                <a:ext cx="3089642" cy="3974031"/>
                <a:chOff x="3075408" y="1834982"/>
                <a:chExt cx="3089642" cy="3974031"/>
              </a:xfrm>
              <a:noFill/>
            </p:grpSpPr>
            <p:sp>
              <p:nvSpPr>
                <p:cNvPr id="24" name="Parallelogramm 11">
                  <a:extLst>
                    <a:ext uri="{FF2B5EF4-FFF2-40B4-BE49-F238E27FC236}">
                      <a16:creationId xmlns:a16="http://schemas.microsoft.com/office/drawing/2014/main" id="{7D3F4ADB-C974-BC48-AABE-92F88E874A93}"/>
                    </a:ext>
                  </a:extLst>
                </p:cNvPr>
                <p:cNvSpPr/>
                <p:nvPr/>
              </p:nvSpPr>
              <p:spPr bwMode="gray">
                <a:xfrm flipH="1">
                  <a:off x="3075408" y="1834982"/>
                  <a:ext cx="2824282" cy="1175071"/>
                </a:xfrm>
                <a:custGeom>
                  <a:avLst/>
                  <a:gdLst>
                    <a:gd name="connsiteX0" fmla="*/ 0 w 2762381"/>
                    <a:gd name="connsiteY0" fmla="*/ 1237579 h 1237579"/>
                    <a:gd name="connsiteX1" fmla="*/ 436135 w 2762381"/>
                    <a:gd name="connsiteY1" fmla="*/ 0 h 1237579"/>
                    <a:gd name="connsiteX2" fmla="*/ 2762381 w 2762381"/>
                    <a:gd name="connsiteY2" fmla="*/ 0 h 1237579"/>
                    <a:gd name="connsiteX3" fmla="*/ 2326246 w 2762381"/>
                    <a:gd name="connsiteY3" fmla="*/ 1237579 h 1237579"/>
                    <a:gd name="connsiteX4" fmla="*/ 0 w 2762381"/>
                    <a:gd name="connsiteY4" fmla="*/ 1237579 h 1237579"/>
                    <a:gd name="connsiteX0" fmla="*/ 0 w 2762381"/>
                    <a:gd name="connsiteY0" fmla="*/ 1237579 h 1237579"/>
                    <a:gd name="connsiteX1" fmla="*/ 436135 w 2762381"/>
                    <a:gd name="connsiteY1" fmla="*/ 0 h 1237579"/>
                    <a:gd name="connsiteX2" fmla="*/ 2762381 w 2762381"/>
                    <a:gd name="connsiteY2" fmla="*/ 0 h 1237579"/>
                    <a:gd name="connsiteX3" fmla="*/ 2372741 w 2762381"/>
                    <a:gd name="connsiteY3" fmla="*/ 1237579 h 1237579"/>
                    <a:gd name="connsiteX4" fmla="*/ 0 w 2762381"/>
                    <a:gd name="connsiteY4" fmla="*/ 1237579 h 1237579"/>
                    <a:gd name="connsiteX0" fmla="*/ 0 w 2824374"/>
                    <a:gd name="connsiteY0" fmla="*/ 1237579 h 1237579"/>
                    <a:gd name="connsiteX1" fmla="*/ 498128 w 2824374"/>
                    <a:gd name="connsiteY1" fmla="*/ 0 h 1237579"/>
                    <a:gd name="connsiteX2" fmla="*/ 2824374 w 2824374"/>
                    <a:gd name="connsiteY2" fmla="*/ 0 h 1237579"/>
                    <a:gd name="connsiteX3" fmla="*/ 2434734 w 2824374"/>
                    <a:gd name="connsiteY3" fmla="*/ 1237579 h 1237579"/>
                    <a:gd name="connsiteX4" fmla="*/ 0 w 2824374"/>
                    <a:gd name="connsiteY4" fmla="*/ 1237579 h 1237579"/>
                    <a:gd name="connsiteX0" fmla="*/ 0 w 2824374"/>
                    <a:gd name="connsiteY0" fmla="*/ 1237579 h 1237579"/>
                    <a:gd name="connsiteX1" fmla="*/ 384474 w 2824374"/>
                    <a:gd name="connsiteY1" fmla="*/ 5166 h 1237579"/>
                    <a:gd name="connsiteX2" fmla="*/ 2824374 w 2824374"/>
                    <a:gd name="connsiteY2" fmla="*/ 0 h 1237579"/>
                    <a:gd name="connsiteX3" fmla="*/ 2434734 w 2824374"/>
                    <a:gd name="connsiteY3" fmla="*/ 1237579 h 1237579"/>
                    <a:gd name="connsiteX4" fmla="*/ 0 w 2824374"/>
                    <a:gd name="connsiteY4" fmla="*/ 1237579 h 123757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2824374" h="1237579">
                      <a:moveTo>
                        <a:pt x="0" y="1237579"/>
                      </a:moveTo>
                      <a:lnTo>
                        <a:pt x="384474" y="5166"/>
                      </a:lnTo>
                      <a:lnTo>
                        <a:pt x="2824374" y="0"/>
                      </a:lnTo>
                      <a:lnTo>
                        <a:pt x="2434734" y="1237579"/>
                      </a:lnTo>
                      <a:lnTo>
                        <a:pt x="0" y="1237579"/>
                      </a:lnTo>
                      <a:close/>
                    </a:path>
                  </a:pathLst>
                </a:custGeom>
                <a:grpFill/>
                <a:ln w="9525">
                  <a:solidFill>
                    <a:schemeClr val="bg1">
                      <a:lumMod val="75000"/>
                    </a:schemeClr>
                  </a:solidFill>
                  <a:miter lim="800000"/>
                  <a:headEnd/>
                  <a:tailEnd/>
                </a:ln>
                <a:effectLst/>
              </p:spPr>
              <p:txBody>
                <a:bodyPr lIns="432000" tIns="0" rIns="0" bIns="0" anchor="ctr" anchorCtr="0">
                  <a:noAutofit/>
                </a:bodyPr>
                <a:lstStyle/>
                <a:p>
                  <a:pPr>
                    <a:spcBef>
                      <a:spcPct val="50000"/>
                    </a:spcBef>
                    <a:spcAft>
                      <a:spcPts val="750"/>
                    </a:spcAft>
                  </a:pPr>
                  <a:endParaRPr lang="en-US" sz="900" dirty="0">
                    <a:solidFill>
                      <a:srgbClr val="3C3C3B"/>
                    </a:solidFill>
                  </a:endParaRPr>
                </a:p>
              </p:txBody>
            </p:sp>
            <p:sp>
              <p:nvSpPr>
                <p:cNvPr id="25" name="Parallelogramm 12">
                  <a:extLst>
                    <a:ext uri="{FF2B5EF4-FFF2-40B4-BE49-F238E27FC236}">
                      <a16:creationId xmlns:a16="http://schemas.microsoft.com/office/drawing/2014/main" id="{6FA91932-3D37-184C-BBB6-E46001BE626C}"/>
                    </a:ext>
                  </a:extLst>
                </p:cNvPr>
                <p:cNvSpPr/>
                <p:nvPr/>
              </p:nvSpPr>
              <p:spPr bwMode="gray">
                <a:xfrm>
                  <a:off x="3080574" y="4511538"/>
                  <a:ext cx="2865608" cy="1297475"/>
                </a:xfrm>
                <a:custGeom>
                  <a:avLst/>
                  <a:gdLst>
                    <a:gd name="connsiteX0" fmla="*/ 0 w 2762381"/>
                    <a:gd name="connsiteY0" fmla="*/ 1366493 h 1366493"/>
                    <a:gd name="connsiteX1" fmla="*/ 481566 w 2762381"/>
                    <a:gd name="connsiteY1" fmla="*/ 0 h 1366493"/>
                    <a:gd name="connsiteX2" fmla="*/ 2762381 w 2762381"/>
                    <a:gd name="connsiteY2" fmla="*/ 0 h 1366493"/>
                    <a:gd name="connsiteX3" fmla="*/ 2280815 w 2762381"/>
                    <a:gd name="connsiteY3" fmla="*/ 1366493 h 1366493"/>
                    <a:gd name="connsiteX4" fmla="*/ 0 w 2762381"/>
                    <a:gd name="connsiteY4" fmla="*/ 1366493 h 1366493"/>
                    <a:gd name="connsiteX0" fmla="*/ 0 w 2762381"/>
                    <a:gd name="connsiteY0" fmla="*/ 1366493 h 1366493"/>
                    <a:gd name="connsiteX1" fmla="*/ 295586 w 2762381"/>
                    <a:gd name="connsiteY1" fmla="*/ 0 h 1366493"/>
                    <a:gd name="connsiteX2" fmla="*/ 2762381 w 2762381"/>
                    <a:gd name="connsiteY2" fmla="*/ 0 h 1366493"/>
                    <a:gd name="connsiteX3" fmla="*/ 2280815 w 2762381"/>
                    <a:gd name="connsiteY3" fmla="*/ 1366493 h 1366493"/>
                    <a:gd name="connsiteX4" fmla="*/ 0 w 2762381"/>
                    <a:gd name="connsiteY4" fmla="*/ 1366493 h 1366493"/>
                    <a:gd name="connsiteX0" fmla="*/ 0 w 2891533"/>
                    <a:gd name="connsiteY0" fmla="*/ 1361327 h 1366493"/>
                    <a:gd name="connsiteX1" fmla="*/ 424738 w 2891533"/>
                    <a:gd name="connsiteY1" fmla="*/ 0 h 1366493"/>
                    <a:gd name="connsiteX2" fmla="*/ 2891533 w 2891533"/>
                    <a:gd name="connsiteY2" fmla="*/ 0 h 1366493"/>
                    <a:gd name="connsiteX3" fmla="*/ 2409967 w 2891533"/>
                    <a:gd name="connsiteY3" fmla="*/ 1366493 h 1366493"/>
                    <a:gd name="connsiteX4" fmla="*/ 0 w 2891533"/>
                    <a:gd name="connsiteY4" fmla="*/ 1361327 h 1366493"/>
                    <a:gd name="connsiteX0" fmla="*/ 0 w 2891533"/>
                    <a:gd name="connsiteY0" fmla="*/ 1361327 h 1366493"/>
                    <a:gd name="connsiteX1" fmla="*/ 424738 w 2891533"/>
                    <a:gd name="connsiteY1" fmla="*/ 0 h 1366493"/>
                    <a:gd name="connsiteX2" fmla="*/ 2891533 w 2891533"/>
                    <a:gd name="connsiteY2" fmla="*/ 0 h 1366493"/>
                    <a:gd name="connsiteX3" fmla="*/ 2435797 w 2891533"/>
                    <a:gd name="connsiteY3" fmla="*/ 1366493 h 1366493"/>
                    <a:gd name="connsiteX4" fmla="*/ 0 w 2891533"/>
                    <a:gd name="connsiteY4" fmla="*/ 1361327 h 1366493"/>
                    <a:gd name="connsiteX0" fmla="*/ 0 w 2865702"/>
                    <a:gd name="connsiteY0" fmla="*/ 1361327 h 1366493"/>
                    <a:gd name="connsiteX1" fmla="*/ 424738 w 2865702"/>
                    <a:gd name="connsiteY1" fmla="*/ 0 h 1366493"/>
                    <a:gd name="connsiteX2" fmla="*/ 2865702 w 2865702"/>
                    <a:gd name="connsiteY2" fmla="*/ 0 h 1366493"/>
                    <a:gd name="connsiteX3" fmla="*/ 2435797 w 2865702"/>
                    <a:gd name="connsiteY3" fmla="*/ 1366493 h 1366493"/>
                    <a:gd name="connsiteX4" fmla="*/ 0 w 2865702"/>
                    <a:gd name="connsiteY4" fmla="*/ 1361327 h 136649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2865702" h="1366493">
                      <a:moveTo>
                        <a:pt x="0" y="1361327"/>
                      </a:moveTo>
                      <a:lnTo>
                        <a:pt x="424738" y="0"/>
                      </a:lnTo>
                      <a:lnTo>
                        <a:pt x="2865702" y="0"/>
                      </a:lnTo>
                      <a:lnTo>
                        <a:pt x="2435797" y="1366493"/>
                      </a:lnTo>
                      <a:lnTo>
                        <a:pt x="0" y="1361327"/>
                      </a:lnTo>
                      <a:close/>
                    </a:path>
                  </a:pathLst>
                </a:custGeom>
                <a:grpFill/>
                <a:ln w="9525">
                  <a:solidFill>
                    <a:schemeClr val="bg1">
                      <a:lumMod val="75000"/>
                    </a:schemeClr>
                  </a:solidFill>
                  <a:miter lim="800000"/>
                  <a:headEnd/>
                  <a:tailEnd/>
                </a:ln>
                <a:effectLst/>
              </p:spPr>
              <p:txBody>
                <a:bodyPr lIns="432000" tIns="0" rIns="54000" bIns="0" anchor="ctr" anchorCtr="0">
                  <a:noAutofit/>
                </a:bodyPr>
                <a:lstStyle/>
                <a:p>
                  <a:pPr>
                    <a:spcBef>
                      <a:spcPct val="50000"/>
                    </a:spcBef>
                    <a:spcAft>
                      <a:spcPts val="750"/>
                    </a:spcAft>
                  </a:pPr>
                  <a:endParaRPr lang="en-US" sz="900" dirty="0">
                    <a:solidFill>
                      <a:srgbClr val="3C3C3B"/>
                    </a:solidFill>
                  </a:endParaRPr>
                </a:p>
              </p:txBody>
            </p:sp>
            <p:sp>
              <p:nvSpPr>
                <p:cNvPr id="26" name="Eingekerbter Richtungspfeil 13">
                  <a:extLst>
                    <a:ext uri="{FF2B5EF4-FFF2-40B4-BE49-F238E27FC236}">
                      <a16:creationId xmlns:a16="http://schemas.microsoft.com/office/drawing/2014/main" id="{71FC4E15-601C-3040-9A50-A16931F9B067}"/>
                    </a:ext>
                  </a:extLst>
                </p:cNvPr>
                <p:cNvSpPr/>
                <p:nvPr/>
              </p:nvSpPr>
              <p:spPr bwMode="gray">
                <a:xfrm>
                  <a:off x="3527720" y="3194800"/>
                  <a:ext cx="2637330" cy="1177396"/>
                </a:xfrm>
                <a:custGeom>
                  <a:avLst/>
                  <a:gdLst>
                    <a:gd name="connsiteX0" fmla="*/ 0 w 2570257"/>
                    <a:gd name="connsiteY0" fmla="*/ 0 h 1237579"/>
                    <a:gd name="connsiteX1" fmla="*/ 2356230 w 2570257"/>
                    <a:gd name="connsiteY1" fmla="*/ 0 h 1237579"/>
                    <a:gd name="connsiteX2" fmla="*/ 2570257 w 2570257"/>
                    <a:gd name="connsiteY2" fmla="*/ 618790 h 1237579"/>
                    <a:gd name="connsiteX3" fmla="*/ 2356230 w 2570257"/>
                    <a:gd name="connsiteY3" fmla="*/ 1237579 h 1237579"/>
                    <a:gd name="connsiteX4" fmla="*/ 0 w 2570257"/>
                    <a:gd name="connsiteY4" fmla="*/ 1237579 h 1237579"/>
                    <a:gd name="connsiteX5" fmla="*/ 214027 w 2570257"/>
                    <a:gd name="connsiteY5" fmla="*/ 618790 h 1237579"/>
                    <a:gd name="connsiteX6" fmla="*/ 0 w 2570257"/>
                    <a:gd name="connsiteY6" fmla="*/ 0 h 1237579"/>
                    <a:gd name="connsiteX0" fmla="*/ 0 w 2570257"/>
                    <a:gd name="connsiteY0" fmla="*/ 0 h 1237579"/>
                    <a:gd name="connsiteX1" fmla="*/ 2356230 w 2570257"/>
                    <a:gd name="connsiteY1" fmla="*/ 0 h 1237579"/>
                    <a:gd name="connsiteX2" fmla="*/ 2570257 w 2570257"/>
                    <a:gd name="connsiteY2" fmla="*/ 618790 h 1237579"/>
                    <a:gd name="connsiteX3" fmla="*/ 2356230 w 2570257"/>
                    <a:gd name="connsiteY3" fmla="*/ 1237579 h 1237579"/>
                    <a:gd name="connsiteX4" fmla="*/ 0 w 2570257"/>
                    <a:gd name="connsiteY4" fmla="*/ 1237579 h 1237579"/>
                    <a:gd name="connsiteX5" fmla="*/ 188196 w 2570257"/>
                    <a:gd name="connsiteY5" fmla="*/ 660119 h 1237579"/>
                    <a:gd name="connsiteX6" fmla="*/ 0 w 2570257"/>
                    <a:gd name="connsiteY6" fmla="*/ 0 h 1237579"/>
                    <a:gd name="connsiteX0" fmla="*/ 0 w 2580589"/>
                    <a:gd name="connsiteY0" fmla="*/ 5166 h 1237579"/>
                    <a:gd name="connsiteX1" fmla="*/ 2366562 w 2580589"/>
                    <a:gd name="connsiteY1" fmla="*/ 0 h 1237579"/>
                    <a:gd name="connsiteX2" fmla="*/ 2580589 w 2580589"/>
                    <a:gd name="connsiteY2" fmla="*/ 618790 h 1237579"/>
                    <a:gd name="connsiteX3" fmla="*/ 2366562 w 2580589"/>
                    <a:gd name="connsiteY3" fmla="*/ 1237579 h 1237579"/>
                    <a:gd name="connsiteX4" fmla="*/ 10332 w 2580589"/>
                    <a:gd name="connsiteY4" fmla="*/ 1237579 h 1237579"/>
                    <a:gd name="connsiteX5" fmla="*/ 198528 w 2580589"/>
                    <a:gd name="connsiteY5" fmla="*/ 660119 h 1237579"/>
                    <a:gd name="connsiteX6" fmla="*/ 0 w 2580589"/>
                    <a:gd name="connsiteY6" fmla="*/ 5166 h 1237579"/>
                    <a:gd name="connsiteX0" fmla="*/ 0 w 2580589"/>
                    <a:gd name="connsiteY0" fmla="*/ 5166 h 1237579"/>
                    <a:gd name="connsiteX1" fmla="*/ 2366562 w 2580589"/>
                    <a:gd name="connsiteY1" fmla="*/ 0 h 1237579"/>
                    <a:gd name="connsiteX2" fmla="*/ 2434517 w 2580589"/>
                    <a:gd name="connsiteY2" fmla="*/ 12066 h 1237579"/>
                    <a:gd name="connsiteX3" fmla="*/ 2580589 w 2580589"/>
                    <a:gd name="connsiteY3" fmla="*/ 618790 h 1237579"/>
                    <a:gd name="connsiteX4" fmla="*/ 2366562 w 2580589"/>
                    <a:gd name="connsiteY4" fmla="*/ 1237579 h 1237579"/>
                    <a:gd name="connsiteX5" fmla="*/ 10332 w 2580589"/>
                    <a:gd name="connsiteY5" fmla="*/ 1237579 h 1237579"/>
                    <a:gd name="connsiteX6" fmla="*/ 198528 w 2580589"/>
                    <a:gd name="connsiteY6" fmla="*/ 660119 h 1237579"/>
                    <a:gd name="connsiteX7" fmla="*/ 0 w 2580589"/>
                    <a:gd name="connsiteY7" fmla="*/ 5166 h 1237579"/>
                    <a:gd name="connsiteX0" fmla="*/ 0 w 2637416"/>
                    <a:gd name="connsiteY0" fmla="*/ 5166 h 1237579"/>
                    <a:gd name="connsiteX1" fmla="*/ 2366562 w 2637416"/>
                    <a:gd name="connsiteY1" fmla="*/ 0 h 1237579"/>
                    <a:gd name="connsiteX2" fmla="*/ 2434517 w 2637416"/>
                    <a:gd name="connsiteY2" fmla="*/ 12066 h 1237579"/>
                    <a:gd name="connsiteX3" fmla="*/ 2637416 w 2637416"/>
                    <a:gd name="connsiteY3" fmla="*/ 649787 h 1237579"/>
                    <a:gd name="connsiteX4" fmla="*/ 2366562 w 2637416"/>
                    <a:gd name="connsiteY4" fmla="*/ 1237579 h 1237579"/>
                    <a:gd name="connsiteX5" fmla="*/ 10332 w 2637416"/>
                    <a:gd name="connsiteY5" fmla="*/ 1237579 h 1237579"/>
                    <a:gd name="connsiteX6" fmla="*/ 198528 w 2637416"/>
                    <a:gd name="connsiteY6" fmla="*/ 660119 h 1237579"/>
                    <a:gd name="connsiteX7" fmla="*/ 0 w 2637416"/>
                    <a:gd name="connsiteY7" fmla="*/ 5166 h 1237579"/>
                    <a:gd name="connsiteX0" fmla="*/ 0 w 2637416"/>
                    <a:gd name="connsiteY0" fmla="*/ 5166 h 1237579"/>
                    <a:gd name="connsiteX1" fmla="*/ 2366562 w 2637416"/>
                    <a:gd name="connsiteY1" fmla="*/ 0 h 1237579"/>
                    <a:gd name="connsiteX2" fmla="*/ 2434517 w 2637416"/>
                    <a:gd name="connsiteY2" fmla="*/ 12066 h 1237579"/>
                    <a:gd name="connsiteX3" fmla="*/ 2637416 w 2637416"/>
                    <a:gd name="connsiteY3" fmla="*/ 649787 h 1237579"/>
                    <a:gd name="connsiteX4" fmla="*/ 2464718 w 2637416"/>
                    <a:gd name="connsiteY4" fmla="*/ 1232413 h 1237579"/>
                    <a:gd name="connsiteX5" fmla="*/ 10332 w 2637416"/>
                    <a:gd name="connsiteY5" fmla="*/ 1237579 h 1237579"/>
                    <a:gd name="connsiteX6" fmla="*/ 198528 w 2637416"/>
                    <a:gd name="connsiteY6" fmla="*/ 660119 h 1237579"/>
                    <a:gd name="connsiteX7" fmla="*/ 0 w 2637416"/>
                    <a:gd name="connsiteY7" fmla="*/ 5166 h 1237579"/>
                    <a:gd name="connsiteX0" fmla="*/ 0 w 2637416"/>
                    <a:gd name="connsiteY0" fmla="*/ 0 h 1232413"/>
                    <a:gd name="connsiteX1" fmla="*/ 2434517 w 2637416"/>
                    <a:gd name="connsiteY1" fmla="*/ 6900 h 1232413"/>
                    <a:gd name="connsiteX2" fmla="*/ 2637416 w 2637416"/>
                    <a:gd name="connsiteY2" fmla="*/ 644621 h 1232413"/>
                    <a:gd name="connsiteX3" fmla="*/ 2464718 w 2637416"/>
                    <a:gd name="connsiteY3" fmla="*/ 1227247 h 1232413"/>
                    <a:gd name="connsiteX4" fmla="*/ 10332 w 2637416"/>
                    <a:gd name="connsiteY4" fmla="*/ 1232413 h 1232413"/>
                    <a:gd name="connsiteX5" fmla="*/ 198528 w 2637416"/>
                    <a:gd name="connsiteY5" fmla="*/ 654953 h 1232413"/>
                    <a:gd name="connsiteX6" fmla="*/ 0 w 2637416"/>
                    <a:gd name="connsiteY6" fmla="*/ 0 h 1232413"/>
                    <a:gd name="connsiteX0" fmla="*/ 0 w 2637416"/>
                    <a:gd name="connsiteY0" fmla="*/ 14871 h 1247284"/>
                    <a:gd name="connsiteX1" fmla="*/ 2430888 w 2637416"/>
                    <a:gd name="connsiteY1" fmla="*/ 0 h 1247284"/>
                    <a:gd name="connsiteX2" fmla="*/ 2637416 w 2637416"/>
                    <a:gd name="connsiteY2" fmla="*/ 659492 h 1247284"/>
                    <a:gd name="connsiteX3" fmla="*/ 2464718 w 2637416"/>
                    <a:gd name="connsiteY3" fmla="*/ 1242118 h 1247284"/>
                    <a:gd name="connsiteX4" fmla="*/ 10332 w 2637416"/>
                    <a:gd name="connsiteY4" fmla="*/ 1247284 h 1247284"/>
                    <a:gd name="connsiteX5" fmla="*/ 198528 w 2637416"/>
                    <a:gd name="connsiteY5" fmla="*/ 669824 h 1247284"/>
                    <a:gd name="connsiteX6" fmla="*/ 0 w 2637416"/>
                    <a:gd name="connsiteY6" fmla="*/ 14871 h 1247284"/>
                    <a:gd name="connsiteX0" fmla="*/ 0 w 2637416"/>
                    <a:gd name="connsiteY0" fmla="*/ 7614 h 1240027"/>
                    <a:gd name="connsiteX1" fmla="*/ 2434517 w 2637416"/>
                    <a:gd name="connsiteY1" fmla="*/ 0 h 1240027"/>
                    <a:gd name="connsiteX2" fmla="*/ 2637416 w 2637416"/>
                    <a:gd name="connsiteY2" fmla="*/ 652235 h 1240027"/>
                    <a:gd name="connsiteX3" fmla="*/ 2464718 w 2637416"/>
                    <a:gd name="connsiteY3" fmla="*/ 1234861 h 1240027"/>
                    <a:gd name="connsiteX4" fmla="*/ 10332 w 2637416"/>
                    <a:gd name="connsiteY4" fmla="*/ 1240027 h 1240027"/>
                    <a:gd name="connsiteX5" fmla="*/ 198528 w 2637416"/>
                    <a:gd name="connsiteY5" fmla="*/ 662567 h 1240027"/>
                    <a:gd name="connsiteX6" fmla="*/ 0 w 2637416"/>
                    <a:gd name="connsiteY6" fmla="*/ 7614 h 1240027"/>
                    <a:gd name="connsiteX0" fmla="*/ 0 w 2637416"/>
                    <a:gd name="connsiteY0" fmla="*/ 7614 h 1240027"/>
                    <a:gd name="connsiteX1" fmla="*/ 2434517 w 2637416"/>
                    <a:gd name="connsiteY1" fmla="*/ 0 h 1240027"/>
                    <a:gd name="connsiteX2" fmla="*/ 2637416 w 2637416"/>
                    <a:gd name="connsiteY2" fmla="*/ 652235 h 1240027"/>
                    <a:gd name="connsiteX3" fmla="*/ 2464718 w 2637416"/>
                    <a:gd name="connsiteY3" fmla="*/ 1234861 h 1240027"/>
                    <a:gd name="connsiteX4" fmla="*/ 21218 w 2637416"/>
                    <a:gd name="connsiteY4" fmla="*/ 1240027 h 1240027"/>
                    <a:gd name="connsiteX5" fmla="*/ 198528 w 2637416"/>
                    <a:gd name="connsiteY5" fmla="*/ 662567 h 1240027"/>
                    <a:gd name="connsiteX6" fmla="*/ 0 w 2637416"/>
                    <a:gd name="connsiteY6" fmla="*/ 7614 h 124002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2637416" h="1240027">
                      <a:moveTo>
                        <a:pt x="0" y="7614"/>
                      </a:moveTo>
                      <a:lnTo>
                        <a:pt x="2434517" y="0"/>
                      </a:lnTo>
                      <a:lnTo>
                        <a:pt x="2637416" y="652235"/>
                      </a:lnTo>
                      <a:lnTo>
                        <a:pt x="2464718" y="1234861"/>
                      </a:lnTo>
                      <a:lnTo>
                        <a:pt x="21218" y="1240027"/>
                      </a:lnTo>
                      <a:lnTo>
                        <a:pt x="198528" y="662567"/>
                      </a:lnTo>
                      <a:lnTo>
                        <a:pt x="0" y="7614"/>
                      </a:lnTo>
                      <a:close/>
                    </a:path>
                  </a:pathLst>
                </a:custGeom>
                <a:grpFill/>
                <a:ln w="9525">
                  <a:solidFill>
                    <a:schemeClr val="bg1">
                      <a:lumMod val="75000"/>
                    </a:schemeClr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lIns="378000" tIns="0" rIns="27000" bIns="0" anchor="ctr" anchorCtr="0">
                  <a:noAutofit/>
                </a:bodyPr>
                <a:lstStyle/>
                <a:p>
                  <a:pPr marL="65485">
                    <a:spcAft>
                      <a:spcPts val="750"/>
                    </a:spcAft>
                  </a:pPr>
                  <a:endParaRPr lang="en-US" sz="900" dirty="0">
                    <a:solidFill>
                      <a:srgbClr val="3C3C3B"/>
                    </a:solidFill>
                  </a:endParaRPr>
                </a:p>
              </p:txBody>
            </p:sp>
          </p:grpSp>
        </p:grpSp>
        <p:sp>
          <p:nvSpPr>
            <p:cNvPr id="17" name="Ellipse 14">
              <a:extLst>
                <a:ext uri="{FF2B5EF4-FFF2-40B4-BE49-F238E27FC236}">
                  <a16:creationId xmlns:a16="http://schemas.microsoft.com/office/drawing/2014/main" id="{D8A820F8-CF38-9F4B-AF01-D3588C98E3AE}"/>
                </a:ext>
              </a:extLst>
            </p:cNvPr>
            <p:cNvSpPr>
              <a:spLocks/>
            </p:cNvSpPr>
            <p:nvPr/>
          </p:nvSpPr>
          <p:spPr bwMode="gray">
            <a:xfrm>
              <a:off x="8757224" y="1643054"/>
              <a:ext cx="430988" cy="456312"/>
            </a:xfrm>
            <a:prstGeom prst="ellipse">
              <a:avLst/>
            </a:prstGeom>
            <a:solidFill>
              <a:srgbClr val="F37440"/>
            </a:solidFill>
            <a:ln w="12700">
              <a:noFill/>
              <a:round/>
              <a:headEnd/>
              <a:tailEnd/>
            </a:ln>
            <a:effectLst/>
          </p:spPr>
          <p:txBody>
            <a:bodyPr lIns="0" tIns="0" rIns="0" bIns="0" rtlCol="0" anchor="ctr">
              <a:noAutofit/>
            </a:bodyPr>
            <a:lstStyle/>
            <a:p>
              <a:pPr algn="ctr">
                <a:lnSpc>
                  <a:spcPct val="90000"/>
                </a:lnSpc>
                <a:spcAft>
                  <a:spcPts val="750"/>
                </a:spcAft>
              </a:pPr>
              <a:r>
                <a:rPr lang="en-US" sz="1500" b="1" dirty="0">
                  <a:solidFill>
                    <a:schemeClr val="bg1"/>
                  </a:solidFill>
                </a:rPr>
                <a:t>3</a:t>
              </a:r>
            </a:p>
          </p:txBody>
        </p:sp>
        <p:sp>
          <p:nvSpPr>
            <p:cNvPr id="18" name="Ellipse 15">
              <a:extLst>
                <a:ext uri="{FF2B5EF4-FFF2-40B4-BE49-F238E27FC236}">
                  <a16:creationId xmlns:a16="http://schemas.microsoft.com/office/drawing/2014/main" id="{587D7E9F-A386-034B-9C5F-F54840C3F19F}"/>
                </a:ext>
              </a:extLst>
            </p:cNvPr>
            <p:cNvSpPr>
              <a:spLocks/>
            </p:cNvSpPr>
            <p:nvPr/>
          </p:nvSpPr>
          <p:spPr bwMode="gray">
            <a:xfrm>
              <a:off x="763190" y="1569454"/>
              <a:ext cx="430988" cy="460338"/>
            </a:xfrm>
            <a:prstGeom prst="ellipse">
              <a:avLst/>
            </a:prstGeom>
            <a:solidFill>
              <a:srgbClr val="F37440"/>
            </a:solidFill>
            <a:ln w="12700">
              <a:noFill/>
              <a:round/>
              <a:headEnd/>
              <a:tailEnd/>
            </a:ln>
            <a:effectLst/>
          </p:spPr>
          <p:txBody>
            <a:bodyPr lIns="0" tIns="0" rIns="0" bIns="0" rtlCol="0" anchor="ctr">
              <a:noAutofit/>
            </a:bodyPr>
            <a:lstStyle/>
            <a:p>
              <a:pPr algn="ctr">
                <a:lnSpc>
                  <a:spcPct val="90000"/>
                </a:lnSpc>
                <a:spcAft>
                  <a:spcPts val="750"/>
                </a:spcAft>
              </a:pPr>
              <a:r>
                <a:rPr lang="en-US" sz="1500" b="1" dirty="0">
                  <a:solidFill>
                    <a:schemeClr val="bg1"/>
                  </a:solidFill>
                </a:rPr>
                <a:t>1</a:t>
              </a:r>
            </a:p>
          </p:txBody>
        </p:sp>
        <p:sp>
          <p:nvSpPr>
            <p:cNvPr id="19" name="Ellipse 16">
              <a:extLst>
                <a:ext uri="{FF2B5EF4-FFF2-40B4-BE49-F238E27FC236}">
                  <a16:creationId xmlns:a16="http://schemas.microsoft.com/office/drawing/2014/main" id="{92A3A92C-2134-4E44-9B41-2E169D06CAC7}"/>
                </a:ext>
              </a:extLst>
            </p:cNvPr>
            <p:cNvSpPr>
              <a:spLocks/>
            </p:cNvSpPr>
            <p:nvPr/>
          </p:nvSpPr>
          <p:spPr bwMode="gray">
            <a:xfrm>
              <a:off x="6036347" y="1643051"/>
              <a:ext cx="430988" cy="460338"/>
            </a:xfrm>
            <a:prstGeom prst="ellipse">
              <a:avLst/>
            </a:prstGeom>
            <a:solidFill>
              <a:srgbClr val="F37440"/>
            </a:solidFill>
            <a:ln w="12700">
              <a:noFill/>
              <a:round/>
              <a:headEnd/>
              <a:tailEnd/>
            </a:ln>
            <a:effectLst/>
          </p:spPr>
          <p:txBody>
            <a:bodyPr lIns="0" tIns="0" rIns="0" bIns="0" rtlCol="0" anchor="ctr">
              <a:noAutofit/>
            </a:bodyPr>
            <a:lstStyle/>
            <a:p>
              <a:pPr algn="ctr">
                <a:lnSpc>
                  <a:spcPct val="90000"/>
                </a:lnSpc>
                <a:spcAft>
                  <a:spcPts val="750"/>
                </a:spcAft>
              </a:pPr>
              <a:r>
                <a:rPr lang="en-US" sz="1500" b="1" dirty="0">
                  <a:solidFill>
                    <a:schemeClr val="bg1"/>
                  </a:solidFill>
                </a:rPr>
                <a:t>2</a:t>
              </a:r>
            </a:p>
          </p:txBody>
        </p:sp>
      </p:grp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33629E14-CE75-C541-A157-D4F433DDE152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804228" y="2514600"/>
            <a:ext cx="2017712" cy="3477807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>
              <a:buNone/>
              <a:defRPr sz="2200"/>
            </a:lvl1pPr>
            <a:lvl2pPr marL="457200" indent="0">
              <a:buNone/>
              <a:defRPr/>
            </a:lvl2pPr>
          </a:lstStyle>
          <a:p>
            <a:pPr lvl="0"/>
            <a:r>
              <a:rPr lang="en-US" dirty="0"/>
              <a:t>Understanding consumer problem</a:t>
            </a:r>
          </a:p>
        </p:txBody>
      </p:sp>
      <p:sp>
        <p:nvSpPr>
          <p:cNvPr id="27" name="Text Placeholder 5">
            <a:extLst>
              <a:ext uri="{FF2B5EF4-FFF2-40B4-BE49-F238E27FC236}">
                <a16:creationId xmlns:a16="http://schemas.microsoft.com/office/drawing/2014/main" id="{2CF46F13-64D2-E543-96E3-A4785D998A0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267778" y="2623391"/>
            <a:ext cx="2017712" cy="930045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/>
            </a:lvl2pPr>
          </a:lstStyle>
          <a:p>
            <a:pPr lvl="0"/>
            <a:r>
              <a:rPr lang="en-US" dirty="0"/>
              <a:t>Insert text here</a:t>
            </a:r>
          </a:p>
        </p:txBody>
      </p:sp>
      <p:sp>
        <p:nvSpPr>
          <p:cNvPr id="28" name="Text Placeholder 5">
            <a:extLst>
              <a:ext uri="{FF2B5EF4-FFF2-40B4-BE49-F238E27FC236}">
                <a16:creationId xmlns:a16="http://schemas.microsoft.com/office/drawing/2014/main" id="{47592B82-CEA3-C149-8362-03AEFC66291E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751313" y="3675380"/>
            <a:ext cx="2017712" cy="1059620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/>
            </a:lvl2pPr>
          </a:lstStyle>
          <a:p>
            <a:pPr lvl="0"/>
            <a:r>
              <a:rPr lang="en-US" dirty="0"/>
              <a:t>Insert text here</a:t>
            </a:r>
          </a:p>
        </p:txBody>
      </p:sp>
      <p:sp>
        <p:nvSpPr>
          <p:cNvPr id="29" name="Text Placeholder 5">
            <a:extLst>
              <a:ext uri="{FF2B5EF4-FFF2-40B4-BE49-F238E27FC236}">
                <a16:creationId xmlns:a16="http://schemas.microsoft.com/office/drawing/2014/main" id="{9C73CE8A-074D-644F-83F1-43969E0F071F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3267778" y="4896678"/>
            <a:ext cx="2017712" cy="1066488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/>
            </a:lvl2pPr>
          </a:lstStyle>
          <a:p>
            <a:pPr lvl="0"/>
            <a:r>
              <a:rPr lang="en-US" dirty="0"/>
              <a:t>Insert text here</a:t>
            </a:r>
          </a:p>
        </p:txBody>
      </p:sp>
      <p:sp>
        <p:nvSpPr>
          <p:cNvPr id="30" name="Text Placeholder 5">
            <a:extLst>
              <a:ext uri="{FF2B5EF4-FFF2-40B4-BE49-F238E27FC236}">
                <a16:creationId xmlns:a16="http://schemas.microsoft.com/office/drawing/2014/main" id="{02E44A2B-2AFC-144D-A231-607573288FE5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161623" y="2514600"/>
            <a:ext cx="1870570" cy="3477807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>
              <a:buNone/>
              <a:defRPr sz="2200"/>
            </a:lvl1pPr>
            <a:lvl2pPr marL="457200" indent="0">
              <a:buNone/>
              <a:defRPr/>
            </a:lvl2pPr>
          </a:lstStyle>
          <a:p>
            <a:pPr lvl="0"/>
            <a:r>
              <a:rPr lang="en-US" dirty="0"/>
              <a:t>Evaluate substitution risk</a:t>
            </a:r>
          </a:p>
        </p:txBody>
      </p:sp>
      <p:sp>
        <p:nvSpPr>
          <p:cNvPr id="31" name="Text Placeholder 5">
            <a:extLst>
              <a:ext uri="{FF2B5EF4-FFF2-40B4-BE49-F238E27FC236}">
                <a16:creationId xmlns:a16="http://schemas.microsoft.com/office/drawing/2014/main" id="{113977E0-42D9-AB4D-8D1D-F32E428F4A9C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8763074" y="2514600"/>
            <a:ext cx="1817923" cy="3477807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>
              <a:buNone/>
              <a:defRPr sz="2200"/>
            </a:lvl1pPr>
            <a:lvl2pPr marL="457200" indent="0">
              <a:buNone/>
              <a:defRPr/>
            </a:lvl2pPr>
          </a:lstStyle>
          <a:p>
            <a:pPr lvl="0"/>
            <a:r>
              <a:rPr lang="en-US" dirty="0"/>
              <a:t>Analyze dynamic</a:t>
            </a:r>
            <a:br>
              <a:rPr lang="en-US" dirty="0"/>
            </a:br>
            <a:r>
              <a:rPr lang="en-US" dirty="0"/>
              <a:t>and derive strategy</a:t>
            </a:r>
          </a:p>
        </p:txBody>
      </p:sp>
      <p:grpSp>
        <p:nvGrpSpPr>
          <p:cNvPr id="32" name="Gruppieren 17">
            <a:extLst>
              <a:ext uri="{FF2B5EF4-FFF2-40B4-BE49-F238E27FC236}">
                <a16:creationId xmlns:a16="http://schemas.microsoft.com/office/drawing/2014/main" id="{0CCE03E1-21D2-CE46-ADDA-7E097A9E712B}"/>
              </a:ext>
            </a:extLst>
          </p:cNvPr>
          <p:cNvGrpSpPr/>
          <p:nvPr/>
        </p:nvGrpSpPr>
        <p:grpSpPr>
          <a:xfrm>
            <a:off x="586740" y="2221056"/>
            <a:ext cx="10384479" cy="3771352"/>
            <a:chOff x="530475" y="1569454"/>
            <a:chExt cx="11124000" cy="4315046"/>
          </a:xfrm>
        </p:grpSpPr>
        <p:grpSp>
          <p:nvGrpSpPr>
            <p:cNvPr id="33" name="Gruppieren 6">
              <a:extLst>
                <a:ext uri="{FF2B5EF4-FFF2-40B4-BE49-F238E27FC236}">
                  <a16:creationId xmlns:a16="http://schemas.microsoft.com/office/drawing/2014/main" id="{DE370D5A-7DEE-B34A-8AD6-6A255146837E}"/>
                </a:ext>
              </a:extLst>
            </p:cNvPr>
            <p:cNvGrpSpPr>
              <a:grpSpLocks noChangeAspect="1"/>
            </p:cNvGrpSpPr>
            <p:nvPr/>
          </p:nvGrpSpPr>
          <p:grpSpPr>
            <a:xfrm>
              <a:off x="530475" y="1905316"/>
              <a:ext cx="11124000" cy="3979184"/>
              <a:chOff x="540000" y="1834981"/>
              <a:chExt cx="11109600" cy="3974032"/>
            </a:xfrm>
          </p:grpSpPr>
          <p:sp>
            <p:nvSpPr>
              <p:cNvPr id="37" name="Richtungspfeil 7">
                <a:extLst>
                  <a:ext uri="{FF2B5EF4-FFF2-40B4-BE49-F238E27FC236}">
                    <a16:creationId xmlns:a16="http://schemas.microsoft.com/office/drawing/2014/main" id="{6E689A40-2BBD-FC4E-8E63-CDC36F0A3FC9}"/>
                  </a:ext>
                </a:extLst>
              </p:cNvPr>
              <p:cNvSpPr/>
              <p:nvPr/>
            </p:nvSpPr>
            <p:spPr bwMode="gray">
              <a:xfrm>
                <a:off x="540000" y="1834981"/>
                <a:ext cx="2896421" cy="3974032"/>
              </a:xfrm>
              <a:prstGeom prst="homePlate">
                <a:avLst>
                  <a:gd name="adj" fmla="val 23349"/>
                </a:avLst>
              </a:prstGeom>
              <a:noFill/>
              <a:ln w="9525">
                <a:solidFill>
                  <a:schemeClr val="bg1">
                    <a:lumMod val="75000"/>
                  </a:schemeClr>
                </a:solidFill>
                <a:miter lim="800000"/>
                <a:headEnd/>
                <a:tailEnd/>
              </a:ln>
              <a:effectLst/>
            </p:spPr>
            <p:txBody>
              <a:bodyPr lIns="216000" tIns="0" rIns="54000" bIns="0" anchor="ctr" anchorCtr="0">
                <a:noAutofit/>
              </a:bodyPr>
              <a:lstStyle/>
              <a:p>
                <a:pPr>
                  <a:lnSpc>
                    <a:spcPct val="80000"/>
                  </a:lnSpc>
                  <a:spcAft>
                    <a:spcPts val="750"/>
                  </a:spcAft>
                  <a:buClr>
                    <a:srgbClr val="969696"/>
                  </a:buClr>
                  <a:defRPr/>
                </a:pPr>
                <a:endParaRPr lang="en-US" sz="1500" b="1" dirty="0">
                  <a:solidFill>
                    <a:srgbClr val="3C3C3B"/>
                  </a:solidFill>
                </a:endParaRPr>
              </a:p>
            </p:txBody>
          </p:sp>
          <p:sp>
            <p:nvSpPr>
              <p:cNvPr id="38" name="Eingekerbter Richtungspfeil 8">
                <a:extLst>
                  <a:ext uri="{FF2B5EF4-FFF2-40B4-BE49-F238E27FC236}">
                    <a16:creationId xmlns:a16="http://schemas.microsoft.com/office/drawing/2014/main" id="{A0965D3C-07B6-074F-843B-6A50CC66A62A}"/>
                  </a:ext>
                </a:extLst>
              </p:cNvPr>
              <p:cNvSpPr/>
              <p:nvPr/>
            </p:nvSpPr>
            <p:spPr bwMode="gray">
              <a:xfrm>
                <a:off x="5809486" y="1836000"/>
                <a:ext cx="3093883" cy="3973013"/>
              </a:xfrm>
              <a:prstGeom prst="chevron">
                <a:avLst>
                  <a:gd name="adj" fmla="val 21007"/>
                </a:avLst>
              </a:prstGeom>
              <a:noFill/>
              <a:ln w="9525">
                <a:solidFill>
                  <a:schemeClr val="bg1">
                    <a:lumMod val="75000"/>
                  </a:schemeClr>
                </a:solidFill>
                <a:miter lim="800000"/>
                <a:headEnd/>
                <a:tailEnd/>
              </a:ln>
              <a:effectLst/>
            </p:spPr>
            <p:txBody>
              <a:bodyPr wrap="none" lIns="135000" tIns="0" rIns="0" bIns="0" anchor="ctr" anchorCtr="0">
                <a:noAutofit/>
              </a:bodyPr>
              <a:lstStyle/>
              <a:p>
                <a:pPr>
                  <a:lnSpc>
                    <a:spcPct val="80000"/>
                  </a:lnSpc>
                  <a:spcAft>
                    <a:spcPts val="750"/>
                  </a:spcAft>
                  <a:buClr>
                    <a:srgbClr val="969696"/>
                  </a:buClr>
                  <a:defRPr/>
                </a:pPr>
                <a:endParaRPr lang="en-US" sz="1500" b="1" dirty="0">
                  <a:solidFill>
                    <a:srgbClr val="3C3C3B"/>
                  </a:solidFill>
                </a:endParaRPr>
              </a:p>
            </p:txBody>
          </p:sp>
          <p:sp>
            <p:nvSpPr>
              <p:cNvPr id="39" name="Eingekerbter Richtungspfeil 9">
                <a:extLst>
                  <a:ext uri="{FF2B5EF4-FFF2-40B4-BE49-F238E27FC236}">
                    <a16:creationId xmlns:a16="http://schemas.microsoft.com/office/drawing/2014/main" id="{0466E6EC-3DAA-1B4A-B1C4-D01CC0B918FC}"/>
                  </a:ext>
                </a:extLst>
              </p:cNvPr>
              <p:cNvSpPr/>
              <p:nvPr/>
            </p:nvSpPr>
            <p:spPr bwMode="gray">
              <a:xfrm>
                <a:off x="8555717" y="1836000"/>
                <a:ext cx="3093883" cy="3973013"/>
              </a:xfrm>
              <a:prstGeom prst="chevron">
                <a:avLst>
                  <a:gd name="adj" fmla="val 21007"/>
                </a:avLst>
              </a:prstGeom>
              <a:noFill/>
              <a:ln w="9525">
                <a:solidFill>
                  <a:schemeClr val="bg1">
                    <a:lumMod val="75000"/>
                  </a:schemeClr>
                </a:solidFill>
                <a:miter lim="800000"/>
                <a:headEnd/>
                <a:tailEnd/>
              </a:ln>
              <a:effectLst/>
            </p:spPr>
            <p:txBody>
              <a:bodyPr wrap="none" lIns="135000" tIns="0" rIns="0" bIns="0" anchor="ctr" anchorCtr="0">
                <a:noAutofit/>
              </a:bodyPr>
              <a:lstStyle/>
              <a:p>
                <a:pPr>
                  <a:lnSpc>
                    <a:spcPct val="80000"/>
                  </a:lnSpc>
                  <a:spcAft>
                    <a:spcPts val="750"/>
                  </a:spcAft>
                  <a:buClr>
                    <a:srgbClr val="969696"/>
                  </a:buClr>
                  <a:defRPr/>
                </a:pPr>
                <a:endParaRPr lang="en-US" sz="1500" b="1" dirty="0">
                  <a:solidFill>
                    <a:srgbClr val="3C3C3B"/>
                  </a:solidFill>
                </a:endParaRPr>
              </a:p>
            </p:txBody>
          </p:sp>
          <p:grpSp>
            <p:nvGrpSpPr>
              <p:cNvPr id="40" name="Gruppieren 10">
                <a:extLst>
                  <a:ext uri="{FF2B5EF4-FFF2-40B4-BE49-F238E27FC236}">
                    <a16:creationId xmlns:a16="http://schemas.microsoft.com/office/drawing/2014/main" id="{0C4561AE-A16B-AD48-BF9A-AB0F42EAE4DB}"/>
                  </a:ext>
                </a:extLst>
              </p:cNvPr>
              <p:cNvGrpSpPr/>
              <p:nvPr/>
            </p:nvGrpSpPr>
            <p:grpSpPr>
              <a:xfrm>
                <a:off x="3075408" y="1834981"/>
                <a:ext cx="3089642" cy="3974031"/>
                <a:chOff x="3075408" y="1834982"/>
                <a:chExt cx="3089642" cy="3974031"/>
              </a:xfrm>
              <a:noFill/>
            </p:grpSpPr>
            <p:sp>
              <p:nvSpPr>
                <p:cNvPr id="41" name="Parallelogramm 11">
                  <a:extLst>
                    <a:ext uri="{FF2B5EF4-FFF2-40B4-BE49-F238E27FC236}">
                      <a16:creationId xmlns:a16="http://schemas.microsoft.com/office/drawing/2014/main" id="{3C0E8A5E-459D-8F43-99E7-1CD26641D1EF}"/>
                    </a:ext>
                  </a:extLst>
                </p:cNvPr>
                <p:cNvSpPr/>
                <p:nvPr/>
              </p:nvSpPr>
              <p:spPr bwMode="gray">
                <a:xfrm flipH="1">
                  <a:off x="3075408" y="1834982"/>
                  <a:ext cx="2824282" cy="1175071"/>
                </a:xfrm>
                <a:custGeom>
                  <a:avLst/>
                  <a:gdLst>
                    <a:gd name="connsiteX0" fmla="*/ 0 w 2762381"/>
                    <a:gd name="connsiteY0" fmla="*/ 1237579 h 1237579"/>
                    <a:gd name="connsiteX1" fmla="*/ 436135 w 2762381"/>
                    <a:gd name="connsiteY1" fmla="*/ 0 h 1237579"/>
                    <a:gd name="connsiteX2" fmla="*/ 2762381 w 2762381"/>
                    <a:gd name="connsiteY2" fmla="*/ 0 h 1237579"/>
                    <a:gd name="connsiteX3" fmla="*/ 2326246 w 2762381"/>
                    <a:gd name="connsiteY3" fmla="*/ 1237579 h 1237579"/>
                    <a:gd name="connsiteX4" fmla="*/ 0 w 2762381"/>
                    <a:gd name="connsiteY4" fmla="*/ 1237579 h 1237579"/>
                    <a:gd name="connsiteX0" fmla="*/ 0 w 2762381"/>
                    <a:gd name="connsiteY0" fmla="*/ 1237579 h 1237579"/>
                    <a:gd name="connsiteX1" fmla="*/ 436135 w 2762381"/>
                    <a:gd name="connsiteY1" fmla="*/ 0 h 1237579"/>
                    <a:gd name="connsiteX2" fmla="*/ 2762381 w 2762381"/>
                    <a:gd name="connsiteY2" fmla="*/ 0 h 1237579"/>
                    <a:gd name="connsiteX3" fmla="*/ 2372741 w 2762381"/>
                    <a:gd name="connsiteY3" fmla="*/ 1237579 h 1237579"/>
                    <a:gd name="connsiteX4" fmla="*/ 0 w 2762381"/>
                    <a:gd name="connsiteY4" fmla="*/ 1237579 h 1237579"/>
                    <a:gd name="connsiteX0" fmla="*/ 0 w 2824374"/>
                    <a:gd name="connsiteY0" fmla="*/ 1237579 h 1237579"/>
                    <a:gd name="connsiteX1" fmla="*/ 498128 w 2824374"/>
                    <a:gd name="connsiteY1" fmla="*/ 0 h 1237579"/>
                    <a:gd name="connsiteX2" fmla="*/ 2824374 w 2824374"/>
                    <a:gd name="connsiteY2" fmla="*/ 0 h 1237579"/>
                    <a:gd name="connsiteX3" fmla="*/ 2434734 w 2824374"/>
                    <a:gd name="connsiteY3" fmla="*/ 1237579 h 1237579"/>
                    <a:gd name="connsiteX4" fmla="*/ 0 w 2824374"/>
                    <a:gd name="connsiteY4" fmla="*/ 1237579 h 1237579"/>
                    <a:gd name="connsiteX0" fmla="*/ 0 w 2824374"/>
                    <a:gd name="connsiteY0" fmla="*/ 1237579 h 1237579"/>
                    <a:gd name="connsiteX1" fmla="*/ 384474 w 2824374"/>
                    <a:gd name="connsiteY1" fmla="*/ 5166 h 1237579"/>
                    <a:gd name="connsiteX2" fmla="*/ 2824374 w 2824374"/>
                    <a:gd name="connsiteY2" fmla="*/ 0 h 1237579"/>
                    <a:gd name="connsiteX3" fmla="*/ 2434734 w 2824374"/>
                    <a:gd name="connsiteY3" fmla="*/ 1237579 h 1237579"/>
                    <a:gd name="connsiteX4" fmla="*/ 0 w 2824374"/>
                    <a:gd name="connsiteY4" fmla="*/ 1237579 h 123757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2824374" h="1237579">
                      <a:moveTo>
                        <a:pt x="0" y="1237579"/>
                      </a:moveTo>
                      <a:lnTo>
                        <a:pt x="384474" y="5166"/>
                      </a:lnTo>
                      <a:lnTo>
                        <a:pt x="2824374" y="0"/>
                      </a:lnTo>
                      <a:lnTo>
                        <a:pt x="2434734" y="1237579"/>
                      </a:lnTo>
                      <a:lnTo>
                        <a:pt x="0" y="1237579"/>
                      </a:lnTo>
                      <a:close/>
                    </a:path>
                  </a:pathLst>
                </a:custGeom>
                <a:grpFill/>
                <a:ln w="9525">
                  <a:solidFill>
                    <a:schemeClr val="bg1">
                      <a:lumMod val="75000"/>
                    </a:schemeClr>
                  </a:solidFill>
                  <a:miter lim="800000"/>
                  <a:headEnd/>
                  <a:tailEnd/>
                </a:ln>
                <a:effectLst/>
              </p:spPr>
              <p:txBody>
                <a:bodyPr lIns="432000" tIns="0" rIns="0" bIns="0" anchor="ctr" anchorCtr="0">
                  <a:noAutofit/>
                </a:bodyPr>
                <a:lstStyle/>
                <a:p>
                  <a:pPr>
                    <a:spcBef>
                      <a:spcPct val="50000"/>
                    </a:spcBef>
                    <a:spcAft>
                      <a:spcPts val="750"/>
                    </a:spcAft>
                  </a:pPr>
                  <a:endParaRPr lang="en-US" sz="900" dirty="0">
                    <a:solidFill>
                      <a:srgbClr val="3C3C3B"/>
                    </a:solidFill>
                  </a:endParaRPr>
                </a:p>
              </p:txBody>
            </p:sp>
            <p:sp>
              <p:nvSpPr>
                <p:cNvPr id="42" name="Parallelogramm 12">
                  <a:extLst>
                    <a:ext uri="{FF2B5EF4-FFF2-40B4-BE49-F238E27FC236}">
                      <a16:creationId xmlns:a16="http://schemas.microsoft.com/office/drawing/2014/main" id="{EF3FA792-D581-4147-BDB9-2C40CEFBDA24}"/>
                    </a:ext>
                  </a:extLst>
                </p:cNvPr>
                <p:cNvSpPr/>
                <p:nvPr/>
              </p:nvSpPr>
              <p:spPr bwMode="gray">
                <a:xfrm>
                  <a:off x="3080574" y="4511538"/>
                  <a:ext cx="2865608" cy="1297475"/>
                </a:xfrm>
                <a:custGeom>
                  <a:avLst/>
                  <a:gdLst>
                    <a:gd name="connsiteX0" fmla="*/ 0 w 2762381"/>
                    <a:gd name="connsiteY0" fmla="*/ 1366493 h 1366493"/>
                    <a:gd name="connsiteX1" fmla="*/ 481566 w 2762381"/>
                    <a:gd name="connsiteY1" fmla="*/ 0 h 1366493"/>
                    <a:gd name="connsiteX2" fmla="*/ 2762381 w 2762381"/>
                    <a:gd name="connsiteY2" fmla="*/ 0 h 1366493"/>
                    <a:gd name="connsiteX3" fmla="*/ 2280815 w 2762381"/>
                    <a:gd name="connsiteY3" fmla="*/ 1366493 h 1366493"/>
                    <a:gd name="connsiteX4" fmla="*/ 0 w 2762381"/>
                    <a:gd name="connsiteY4" fmla="*/ 1366493 h 1366493"/>
                    <a:gd name="connsiteX0" fmla="*/ 0 w 2762381"/>
                    <a:gd name="connsiteY0" fmla="*/ 1366493 h 1366493"/>
                    <a:gd name="connsiteX1" fmla="*/ 295586 w 2762381"/>
                    <a:gd name="connsiteY1" fmla="*/ 0 h 1366493"/>
                    <a:gd name="connsiteX2" fmla="*/ 2762381 w 2762381"/>
                    <a:gd name="connsiteY2" fmla="*/ 0 h 1366493"/>
                    <a:gd name="connsiteX3" fmla="*/ 2280815 w 2762381"/>
                    <a:gd name="connsiteY3" fmla="*/ 1366493 h 1366493"/>
                    <a:gd name="connsiteX4" fmla="*/ 0 w 2762381"/>
                    <a:gd name="connsiteY4" fmla="*/ 1366493 h 1366493"/>
                    <a:gd name="connsiteX0" fmla="*/ 0 w 2891533"/>
                    <a:gd name="connsiteY0" fmla="*/ 1361327 h 1366493"/>
                    <a:gd name="connsiteX1" fmla="*/ 424738 w 2891533"/>
                    <a:gd name="connsiteY1" fmla="*/ 0 h 1366493"/>
                    <a:gd name="connsiteX2" fmla="*/ 2891533 w 2891533"/>
                    <a:gd name="connsiteY2" fmla="*/ 0 h 1366493"/>
                    <a:gd name="connsiteX3" fmla="*/ 2409967 w 2891533"/>
                    <a:gd name="connsiteY3" fmla="*/ 1366493 h 1366493"/>
                    <a:gd name="connsiteX4" fmla="*/ 0 w 2891533"/>
                    <a:gd name="connsiteY4" fmla="*/ 1361327 h 1366493"/>
                    <a:gd name="connsiteX0" fmla="*/ 0 w 2891533"/>
                    <a:gd name="connsiteY0" fmla="*/ 1361327 h 1366493"/>
                    <a:gd name="connsiteX1" fmla="*/ 424738 w 2891533"/>
                    <a:gd name="connsiteY1" fmla="*/ 0 h 1366493"/>
                    <a:gd name="connsiteX2" fmla="*/ 2891533 w 2891533"/>
                    <a:gd name="connsiteY2" fmla="*/ 0 h 1366493"/>
                    <a:gd name="connsiteX3" fmla="*/ 2435797 w 2891533"/>
                    <a:gd name="connsiteY3" fmla="*/ 1366493 h 1366493"/>
                    <a:gd name="connsiteX4" fmla="*/ 0 w 2891533"/>
                    <a:gd name="connsiteY4" fmla="*/ 1361327 h 1366493"/>
                    <a:gd name="connsiteX0" fmla="*/ 0 w 2865702"/>
                    <a:gd name="connsiteY0" fmla="*/ 1361327 h 1366493"/>
                    <a:gd name="connsiteX1" fmla="*/ 424738 w 2865702"/>
                    <a:gd name="connsiteY1" fmla="*/ 0 h 1366493"/>
                    <a:gd name="connsiteX2" fmla="*/ 2865702 w 2865702"/>
                    <a:gd name="connsiteY2" fmla="*/ 0 h 1366493"/>
                    <a:gd name="connsiteX3" fmla="*/ 2435797 w 2865702"/>
                    <a:gd name="connsiteY3" fmla="*/ 1366493 h 1366493"/>
                    <a:gd name="connsiteX4" fmla="*/ 0 w 2865702"/>
                    <a:gd name="connsiteY4" fmla="*/ 1361327 h 136649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2865702" h="1366493">
                      <a:moveTo>
                        <a:pt x="0" y="1361327"/>
                      </a:moveTo>
                      <a:lnTo>
                        <a:pt x="424738" y="0"/>
                      </a:lnTo>
                      <a:lnTo>
                        <a:pt x="2865702" y="0"/>
                      </a:lnTo>
                      <a:lnTo>
                        <a:pt x="2435797" y="1366493"/>
                      </a:lnTo>
                      <a:lnTo>
                        <a:pt x="0" y="1361327"/>
                      </a:lnTo>
                      <a:close/>
                    </a:path>
                  </a:pathLst>
                </a:custGeom>
                <a:grpFill/>
                <a:ln w="9525">
                  <a:solidFill>
                    <a:schemeClr val="bg1">
                      <a:lumMod val="75000"/>
                    </a:schemeClr>
                  </a:solidFill>
                  <a:miter lim="800000"/>
                  <a:headEnd/>
                  <a:tailEnd/>
                </a:ln>
                <a:effectLst/>
              </p:spPr>
              <p:txBody>
                <a:bodyPr lIns="432000" tIns="0" rIns="54000" bIns="0" anchor="ctr" anchorCtr="0">
                  <a:noAutofit/>
                </a:bodyPr>
                <a:lstStyle/>
                <a:p>
                  <a:pPr>
                    <a:spcBef>
                      <a:spcPct val="50000"/>
                    </a:spcBef>
                    <a:spcAft>
                      <a:spcPts val="750"/>
                    </a:spcAft>
                  </a:pPr>
                  <a:endParaRPr lang="en-US" sz="900" dirty="0">
                    <a:solidFill>
                      <a:srgbClr val="3C3C3B"/>
                    </a:solidFill>
                  </a:endParaRPr>
                </a:p>
              </p:txBody>
            </p:sp>
            <p:sp>
              <p:nvSpPr>
                <p:cNvPr id="43" name="Eingekerbter Richtungspfeil 13">
                  <a:extLst>
                    <a:ext uri="{FF2B5EF4-FFF2-40B4-BE49-F238E27FC236}">
                      <a16:creationId xmlns:a16="http://schemas.microsoft.com/office/drawing/2014/main" id="{1DE4D08B-0D3B-F044-9FF1-120893F7DFDD}"/>
                    </a:ext>
                  </a:extLst>
                </p:cNvPr>
                <p:cNvSpPr/>
                <p:nvPr/>
              </p:nvSpPr>
              <p:spPr bwMode="gray">
                <a:xfrm>
                  <a:off x="3527720" y="3194800"/>
                  <a:ext cx="2637330" cy="1177396"/>
                </a:xfrm>
                <a:custGeom>
                  <a:avLst/>
                  <a:gdLst>
                    <a:gd name="connsiteX0" fmla="*/ 0 w 2570257"/>
                    <a:gd name="connsiteY0" fmla="*/ 0 h 1237579"/>
                    <a:gd name="connsiteX1" fmla="*/ 2356230 w 2570257"/>
                    <a:gd name="connsiteY1" fmla="*/ 0 h 1237579"/>
                    <a:gd name="connsiteX2" fmla="*/ 2570257 w 2570257"/>
                    <a:gd name="connsiteY2" fmla="*/ 618790 h 1237579"/>
                    <a:gd name="connsiteX3" fmla="*/ 2356230 w 2570257"/>
                    <a:gd name="connsiteY3" fmla="*/ 1237579 h 1237579"/>
                    <a:gd name="connsiteX4" fmla="*/ 0 w 2570257"/>
                    <a:gd name="connsiteY4" fmla="*/ 1237579 h 1237579"/>
                    <a:gd name="connsiteX5" fmla="*/ 214027 w 2570257"/>
                    <a:gd name="connsiteY5" fmla="*/ 618790 h 1237579"/>
                    <a:gd name="connsiteX6" fmla="*/ 0 w 2570257"/>
                    <a:gd name="connsiteY6" fmla="*/ 0 h 1237579"/>
                    <a:gd name="connsiteX0" fmla="*/ 0 w 2570257"/>
                    <a:gd name="connsiteY0" fmla="*/ 0 h 1237579"/>
                    <a:gd name="connsiteX1" fmla="*/ 2356230 w 2570257"/>
                    <a:gd name="connsiteY1" fmla="*/ 0 h 1237579"/>
                    <a:gd name="connsiteX2" fmla="*/ 2570257 w 2570257"/>
                    <a:gd name="connsiteY2" fmla="*/ 618790 h 1237579"/>
                    <a:gd name="connsiteX3" fmla="*/ 2356230 w 2570257"/>
                    <a:gd name="connsiteY3" fmla="*/ 1237579 h 1237579"/>
                    <a:gd name="connsiteX4" fmla="*/ 0 w 2570257"/>
                    <a:gd name="connsiteY4" fmla="*/ 1237579 h 1237579"/>
                    <a:gd name="connsiteX5" fmla="*/ 188196 w 2570257"/>
                    <a:gd name="connsiteY5" fmla="*/ 660119 h 1237579"/>
                    <a:gd name="connsiteX6" fmla="*/ 0 w 2570257"/>
                    <a:gd name="connsiteY6" fmla="*/ 0 h 1237579"/>
                    <a:gd name="connsiteX0" fmla="*/ 0 w 2580589"/>
                    <a:gd name="connsiteY0" fmla="*/ 5166 h 1237579"/>
                    <a:gd name="connsiteX1" fmla="*/ 2366562 w 2580589"/>
                    <a:gd name="connsiteY1" fmla="*/ 0 h 1237579"/>
                    <a:gd name="connsiteX2" fmla="*/ 2580589 w 2580589"/>
                    <a:gd name="connsiteY2" fmla="*/ 618790 h 1237579"/>
                    <a:gd name="connsiteX3" fmla="*/ 2366562 w 2580589"/>
                    <a:gd name="connsiteY3" fmla="*/ 1237579 h 1237579"/>
                    <a:gd name="connsiteX4" fmla="*/ 10332 w 2580589"/>
                    <a:gd name="connsiteY4" fmla="*/ 1237579 h 1237579"/>
                    <a:gd name="connsiteX5" fmla="*/ 198528 w 2580589"/>
                    <a:gd name="connsiteY5" fmla="*/ 660119 h 1237579"/>
                    <a:gd name="connsiteX6" fmla="*/ 0 w 2580589"/>
                    <a:gd name="connsiteY6" fmla="*/ 5166 h 1237579"/>
                    <a:gd name="connsiteX0" fmla="*/ 0 w 2580589"/>
                    <a:gd name="connsiteY0" fmla="*/ 5166 h 1237579"/>
                    <a:gd name="connsiteX1" fmla="*/ 2366562 w 2580589"/>
                    <a:gd name="connsiteY1" fmla="*/ 0 h 1237579"/>
                    <a:gd name="connsiteX2" fmla="*/ 2434517 w 2580589"/>
                    <a:gd name="connsiteY2" fmla="*/ 12066 h 1237579"/>
                    <a:gd name="connsiteX3" fmla="*/ 2580589 w 2580589"/>
                    <a:gd name="connsiteY3" fmla="*/ 618790 h 1237579"/>
                    <a:gd name="connsiteX4" fmla="*/ 2366562 w 2580589"/>
                    <a:gd name="connsiteY4" fmla="*/ 1237579 h 1237579"/>
                    <a:gd name="connsiteX5" fmla="*/ 10332 w 2580589"/>
                    <a:gd name="connsiteY5" fmla="*/ 1237579 h 1237579"/>
                    <a:gd name="connsiteX6" fmla="*/ 198528 w 2580589"/>
                    <a:gd name="connsiteY6" fmla="*/ 660119 h 1237579"/>
                    <a:gd name="connsiteX7" fmla="*/ 0 w 2580589"/>
                    <a:gd name="connsiteY7" fmla="*/ 5166 h 1237579"/>
                    <a:gd name="connsiteX0" fmla="*/ 0 w 2637416"/>
                    <a:gd name="connsiteY0" fmla="*/ 5166 h 1237579"/>
                    <a:gd name="connsiteX1" fmla="*/ 2366562 w 2637416"/>
                    <a:gd name="connsiteY1" fmla="*/ 0 h 1237579"/>
                    <a:gd name="connsiteX2" fmla="*/ 2434517 w 2637416"/>
                    <a:gd name="connsiteY2" fmla="*/ 12066 h 1237579"/>
                    <a:gd name="connsiteX3" fmla="*/ 2637416 w 2637416"/>
                    <a:gd name="connsiteY3" fmla="*/ 649787 h 1237579"/>
                    <a:gd name="connsiteX4" fmla="*/ 2366562 w 2637416"/>
                    <a:gd name="connsiteY4" fmla="*/ 1237579 h 1237579"/>
                    <a:gd name="connsiteX5" fmla="*/ 10332 w 2637416"/>
                    <a:gd name="connsiteY5" fmla="*/ 1237579 h 1237579"/>
                    <a:gd name="connsiteX6" fmla="*/ 198528 w 2637416"/>
                    <a:gd name="connsiteY6" fmla="*/ 660119 h 1237579"/>
                    <a:gd name="connsiteX7" fmla="*/ 0 w 2637416"/>
                    <a:gd name="connsiteY7" fmla="*/ 5166 h 1237579"/>
                    <a:gd name="connsiteX0" fmla="*/ 0 w 2637416"/>
                    <a:gd name="connsiteY0" fmla="*/ 5166 h 1237579"/>
                    <a:gd name="connsiteX1" fmla="*/ 2366562 w 2637416"/>
                    <a:gd name="connsiteY1" fmla="*/ 0 h 1237579"/>
                    <a:gd name="connsiteX2" fmla="*/ 2434517 w 2637416"/>
                    <a:gd name="connsiteY2" fmla="*/ 12066 h 1237579"/>
                    <a:gd name="connsiteX3" fmla="*/ 2637416 w 2637416"/>
                    <a:gd name="connsiteY3" fmla="*/ 649787 h 1237579"/>
                    <a:gd name="connsiteX4" fmla="*/ 2464718 w 2637416"/>
                    <a:gd name="connsiteY4" fmla="*/ 1232413 h 1237579"/>
                    <a:gd name="connsiteX5" fmla="*/ 10332 w 2637416"/>
                    <a:gd name="connsiteY5" fmla="*/ 1237579 h 1237579"/>
                    <a:gd name="connsiteX6" fmla="*/ 198528 w 2637416"/>
                    <a:gd name="connsiteY6" fmla="*/ 660119 h 1237579"/>
                    <a:gd name="connsiteX7" fmla="*/ 0 w 2637416"/>
                    <a:gd name="connsiteY7" fmla="*/ 5166 h 1237579"/>
                    <a:gd name="connsiteX0" fmla="*/ 0 w 2637416"/>
                    <a:gd name="connsiteY0" fmla="*/ 0 h 1232413"/>
                    <a:gd name="connsiteX1" fmla="*/ 2434517 w 2637416"/>
                    <a:gd name="connsiteY1" fmla="*/ 6900 h 1232413"/>
                    <a:gd name="connsiteX2" fmla="*/ 2637416 w 2637416"/>
                    <a:gd name="connsiteY2" fmla="*/ 644621 h 1232413"/>
                    <a:gd name="connsiteX3" fmla="*/ 2464718 w 2637416"/>
                    <a:gd name="connsiteY3" fmla="*/ 1227247 h 1232413"/>
                    <a:gd name="connsiteX4" fmla="*/ 10332 w 2637416"/>
                    <a:gd name="connsiteY4" fmla="*/ 1232413 h 1232413"/>
                    <a:gd name="connsiteX5" fmla="*/ 198528 w 2637416"/>
                    <a:gd name="connsiteY5" fmla="*/ 654953 h 1232413"/>
                    <a:gd name="connsiteX6" fmla="*/ 0 w 2637416"/>
                    <a:gd name="connsiteY6" fmla="*/ 0 h 1232413"/>
                    <a:gd name="connsiteX0" fmla="*/ 0 w 2637416"/>
                    <a:gd name="connsiteY0" fmla="*/ 14871 h 1247284"/>
                    <a:gd name="connsiteX1" fmla="*/ 2430888 w 2637416"/>
                    <a:gd name="connsiteY1" fmla="*/ 0 h 1247284"/>
                    <a:gd name="connsiteX2" fmla="*/ 2637416 w 2637416"/>
                    <a:gd name="connsiteY2" fmla="*/ 659492 h 1247284"/>
                    <a:gd name="connsiteX3" fmla="*/ 2464718 w 2637416"/>
                    <a:gd name="connsiteY3" fmla="*/ 1242118 h 1247284"/>
                    <a:gd name="connsiteX4" fmla="*/ 10332 w 2637416"/>
                    <a:gd name="connsiteY4" fmla="*/ 1247284 h 1247284"/>
                    <a:gd name="connsiteX5" fmla="*/ 198528 w 2637416"/>
                    <a:gd name="connsiteY5" fmla="*/ 669824 h 1247284"/>
                    <a:gd name="connsiteX6" fmla="*/ 0 w 2637416"/>
                    <a:gd name="connsiteY6" fmla="*/ 14871 h 1247284"/>
                    <a:gd name="connsiteX0" fmla="*/ 0 w 2637416"/>
                    <a:gd name="connsiteY0" fmla="*/ 7614 h 1240027"/>
                    <a:gd name="connsiteX1" fmla="*/ 2434517 w 2637416"/>
                    <a:gd name="connsiteY1" fmla="*/ 0 h 1240027"/>
                    <a:gd name="connsiteX2" fmla="*/ 2637416 w 2637416"/>
                    <a:gd name="connsiteY2" fmla="*/ 652235 h 1240027"/>
                    <a:gd name="connsiteX3" fmla="*/ 2464718 w 2637416"/>
                    <a:gd name="connsiteY3" fmla="*/ 1234861 h 1240027"/>
                    <a:gd name="connsiteX4" fmla="*/ 10332 w 2637416"/>
                    <a:gd name="connsiteY4" fmla="*/ 1240027 h 1240027"/>
                    <a:gd name="connsiteX5" fmla="*/ 198528 w 2637416"/>
                    <a:gd name="connsiteY5" fmla="*/ 662567 h 1240027"/>
                    <a:gd name="connsiteX6" fmla="*/ 0 w 2637416"/>
                    <a:gd name="connsiteY6" fmla="*/ 7614 h 1240027"/>
                    <a:gd name="connsiteX0" fmla="*/ 0 w 2637416"/>
                    <a:gd name="connsiteY0" fmla="*/ 7614 h 1240027"/>
                    <a:gd name="connsiteX1" fmla="*/ 2434517 w 2637416"/>
                    <a:gd name="connsiteY1" fmla="*/ 0 h 1240027"/>
                    <a:gd name="connsiteX2" fmla="*/ 2637416 w 2637416"/>
                    <a:gd name="connsiteY2" fmla="*/ 652235 h 1240027"/>
                    <a:gd name="connsiteX3" fmla="*/ 2464718 w 2637416"/>
                    <a:gd name="connsiteY3" fmla="*/ 1234861 h 1240027"/>
                    <a:gd name="connsiteX4" fmla="*/ 21218 w 2637416"/>
                    <a:gd name="connsiteY4" fmla="*/ 1240027 h 1240027"/>
                    <a:gd name="connsiteX5" fmla="*/ 198528 w 2637416"/>
                    <a:gd name="connsiteY5" fmla="*/ 662567 h 1240027"/>
                    <a:gd name="connsiteX6" fmla="*/ 0 w 2637416"/>
                    <a:gd name="connsiteY6" fmla="*/ 7614 h 124002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2637416" h="1240027">
                      <a:moveTo>
                        <a:pt x="0" y="7614"/>
                      </a:moveTo>
                      <a:lnTo>
                        <a:pt x="2434517" y="0"/>
                      </a:lnTo>
                      <a:lnTo>
                        <a:pt x="2637416" y="652235"/>
                      </a:lnTo>
                      <a:lnTo>
                        <a:pt x="2464718" y="1234861"/>
                      </a:lnTo>
                      <a:lnTo>
                        <a:pt x="21218" y="1240027"/>
                      </a:lnTo>
                      <a:lnTo>
                        <a:pt x="198528" y="662567"/>
                      </a:lnTo>
                      <a:lnTo>
                        <a:pt x="0" y="7614"/>
                      </a:lnTo>
                      <a:close/>
                    </a:path>
                  </a:pathLst>
                </a:custGeom>
                <a:grpFill/>
                <a:ln w="9525">
                  <a:solidFill>
                    <a:schemeClr val="bg1">
                      <a:lumMod val="75000"/>
                    </a:schemeClr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lIns="378000" tIns="0" rIns="27000" bIns="0" anchor="ctr" anchorCtr="0">
                  <a:noAutofit/>
                </a:bodyPr>
                <a:lstStyle/>
                <a:p>
                  <a:pPr marL="65485">
                    <a:spcAft>
                      <a:spcPts val="750"/>
                    </a:spcAft>
                  </a:pPr>
                  <a:endParaRPr lang="en-US" sz="900" dirty="0">
                    <a:solidFill>
                      <a:srgbClr val="3C3C3B"/>
                    </a:solidFill>
                  </a:endParaRPr>
                </a:p>
              </p:txBody>
            </p:sp>
          </p:grpSp>
        </p:grpSp>
        <p:sp>
          <p:nvSpPr>
            <p:cNvPr id="34" name="Ellipse 14">
              <a:extLst>
                <a:ext uri="{FF2B5EF4-FFF2-40B4-BE49-F238E27FC236}">
                  <a16:creationId xmlns:a16="http://schemas.microsoft.com/office/drawing/2014/main" id="{E08D18FE-951C-1945-9A34-1E434154126B}"/>
                </a:ext>
              </a:extLst>
            </p:cNvPr>
            <p:cNvSpPr>
              <a:spLocks/>
            </p:cNvSpPr>
            <p:nvPr/>
          </p:nvSpPr>
          <p:spPr bwMode="gray">
            <a:xfrm>
              <a:off x="8757224" y="1643054"/>
              <a:ext cx="430988" cy="456312"/>
            </a:xfrm>
            <a:prstGeom prst="ellipse">
              <a:avLst/>
            </a:prstGeom>
            <a:solidFill>
              <a:schemeClr val="accent1"/>
            </a:solidFill>
            <a:ln w="12700">
              <a:noFill/>
              <a:round/>
              <a:headEnd/>
              <a:tailEnd/>
            </a:ln>
            <a:effectLst/>
          </p:spPr>
          <p:txBody>
            <a:bodyPr lIns="0" tIns="0" rIns="0" bIns="0" rtlCol="0" anchor="ctr">
              <a:noAutofit/>
            </a:bodyPr>
            <a:lstStyle/>
            <a:p>
              <a:pPr algn="ctr">
                <a:lnSpc>
                  <a:spcPct val="90000"/>
                </a:lnSpc>
                <a:spcAft>
                  <a:spcPts val="750"/>
                </a:spcAft>
              </a:pPr>
              <a:r>
                <a:rPr lang="en-US" sz="1500" b="1" dirty="0">
                  <a:solidFill>
                    <a:schemeClr val="bg1"/>
                  </a:solidFill>
                </a:rPr>
                <a:t>3</a:t>
              </a:r>
            </a:p>
          </p:txBody>
        </p:sp>
        <p:sp>
          <p:nvSpPr>
            <p:cNvPr id="35" name="Ellipse 15">
              <a:extLst>
                <a:ext uri="{FF2B5EF4-FFF2-40B4-BE49-F238E27FC236}">
                  <a16:creationId xmlns:a16="http://schemas.microsoft.com/office/drawing/2014/main" id="{7BC941A7-4321-444F-AD44-7B9A7622B03B}"/>
                </a:ext>
              </a:extLst>
            </p:cNvPr>
            <p:cNvSpPr>
              <a:spLocks/>
            </p:cNvSpPr>
            <p:nvPr/>
          </p:nvSpPr>
          <p:spPr bwMode="gray">
            <a:xfrm>
              <a:off x="763190" y="1569454"/>
              <a:ext cx="430988" cy="460338"/>
            </a:xfrm>
            <a:prstGeom prst="ellipse">
              <a:avLst/>
            </a:prstGeom>
            <a:solidFill>
              <a:schemeClr val="accent1"/>
            </a:solidFill>
            <a:ln w="12700">
              <a:noFill/>
              <a:round/>
              <a:headEnd/>
              <a:tailEnd/>
            </a:ln>
            <a:effectLst/>
          </p:spPr>
          <p:txBody>
            <a:bodyPr lIns="0" tIns="0" rIns="0" bIns="0" rtlCol="0" anchor="ctr">
              <a:noAutofit/>
            </a:bodyPr>
            <a:lstStyle/>
            <a:p>
              <a:pPr algn="ctr">
                <a:lnSpc>
                  <a:spcPct val="90000"/>
                </a:lnSpc>
                <a:spcAft>
                  <a:spcPts val="750"/>
                </a:spcAft>
              </a:pPr>
              <a:r>
                <a:rPr lang="en-US" sz="1500" b="1" dirty="0">
                  <a:solidFill>
                    <a:schemeClr val="bg1"/>
                  </a:solidFill>
                </a:rPr>
                <a:t>1</a:t>
              </a:r>
            </a:p>
          </p:txBody>
        </p:sp>
        <p:sp>
          <p:nvSpPr>
            <p:cNvPr id="36" name="Ellipse 16">
              <a:extLst>
                <a:ext uri="{FF2B5EF4-FFF2-40B4-BE49-F238E27FC236}">
                  <a16:creationId xmlns:a16="http://schemas.microsoft.com/office/drawing/2014/main" id="{B0B07274-5038-8D4A-88DA-309F39455D57}"/>
                </a:ext>
              </a:extLst>
            </p:cNvPr>
            <p:cNvSpPr>
              <a:spLocks/>
            </p:cNvSpPr>
            <p:nvPr/>
          </p:nvSpPr>
          <p:spPr bwMode="gray">
            <a:xfrm>
              <a:off x="6036347" y="1643051"/>
              <a:ext cx="430988" cy="460338"/>
            </a:xfrm>
            <a:prstGeom prst="ellipse">
              <a:avLst/>
            </a:prstGeom>
            <a:solidFill>
              <a:schemeClr val="accent1"/>
            </a:solidFill>
            <a:ln w="12700">
              <a:noFill/>
              <a:round/>
              <a:headEnd/>
              <a:tailEnd/>
            </a:ln>
            <a:effectLst/>
          </p:spPr>
          <p:txBody>
            <a:bodyPr lIns="0" tIns="0" rIns="0" bIns="0" rtlCol="0" anchor="ctr">
              <a:noAutofit/>
            </a:bodyPr>
            <a:lstStyle/>
            <a:p>
              <a:pPr algn="ctr">
                <a:lnSpc>
                  <a:spcPct val="90000"/>
                </a:lnSpc>
                <a:spcAft>
                  <a:spcPts val="750"/>
                </a:spcAft>
              </a:pPr>
              <a:r>
                <a:rPr lang="en-US" sz="1500" b="1" dirty="0">
                  <a:solidFill>
                    <a:schemeClr val="bg1"/>
                  </a:solidFill>
                </a:rPr>
                <a:t>2</a:t>
              </a:r>
            </a:p>
          </p:txBody>
        </p:sp>
      </p:grpSp>
      <p:grpSp>
        <p:nvGrpSpPr>
          <p:cNvPr id="44" name="Gruppieren 17">
            <a:extLst>
              <a:ext uri="{FF2B5EF4-FFF2-40B4-BE49-F238E27FC236}">
                <a16:creationId xmlns:a16="http://schemas.microsoft.com/office/drawing/2014/main" id="{5582B261-BB0E-DD4E-B961-0253F9CD9E4D}"/>
              </a:ext>
            </a:extLst>
          </p:cNvPr>
          <p:cNvGrpSpPr/>
          <p:nvPr userDrawn="1"/>
        </p:nvGrpSpPr>
        <p:grpSpPr>
          <a:xfrm>
            <a:off x="586740" y="2221056"/>
            <a:ext cx="10384479" cy="3771352"/>
            <a:chOff x="530475" y="1569454"/>
            <a:chExt cx="11124000" cy="4315046"/>
          </a:xfrm>
        </p:grpSpPr>
        <p:grpSp>
          <p:nvGrpSpPr>
            <p:cNvPr id="45" name="Gruppieren 6">
              <a:extLst>
                <a:ext uri="{FF2B5EF4-FFF2-40B4-BE49-F238E27FC236}">
                  <a16:creationId xmlns:a16="http://schemas.microsoft.com/office/drawing/2014/main" id="{A93290D1-D26C-5F42-92A0-CDA844E3D983}"/>
                </a:ext>
              </a:extLst>
            </p:cNvPr>
            <p:cNvGrpSpPr>
              <a:grpSpLocks noChangeAspect="1"/>
            </p:cNvGrpSpPr>
            <p:nvPr/>
          </p:nvGrpSpPr>
          <p:grpSpPr>
            <a:xfrm>
              <a:off x="530475" y="1905316"/>
              <a:ext cx="11124000" cy="3979184"/>
              <a:chOff x="540000" y="1834981"/>
              <a:chExt cx="11109600" cy="3974032"/>
            </a:xfrm>
          </p:grpSpPr>
          <p:sp>
            <p:nvSpPr>
              <p:cNvPr id="49" name="Richtungspfeil 7">
                <a:extLst>
                  <a:ext uri="{FF2B5EF4-FFF2-40B4-BE49-F238E27FC236}">
                    <a16:creationId xmlns:a16="http://schemas.microsoft.com/office/drawing/2014/main" id="{757B9701-7A83-9642-9B6B-E631AA863C69}"/>
                  </a:ext>
                </a:extLst>
              </p:cNvPr>
              <p:cNvSpPr/>
              <p:nvPr userDrawn="1"/>
            </p:nvSpPr>
            <p:spPr bwMode="gray">
              <a:xfrm>
                <a:off x="540000" y="1834981"/>
                <a:ext cx="2896421" cy="3974032"/>
              </a:xfrm>
              <a:prstGeom prst="homePlate">
                <a:avLst>
                  <a:gd name="adj" fmla="val 23349"/>
                </a:avLst>
              </a:prstGeom>
              <a:noFill/>
              <a:ln w="9525">
                <a:solidFill>
                  <a:schemeClr val="bg1">
                    <a:lumMod val="75000"/>
                  </a:schemeClr>
                </a:solidFill>
                <a:miter lim="800000"/>
                <a:headEnd/>
                <a:tailEnd/>
              </a:ln>
              <a:effectLst/>
            </p:spPr>
            <p:txBody>
              <a:bodyPr lIns="216000" tIns="0" rIns="54000" bIns="0" anchor="ctr" anchorCtr="0">
                <a:noAutofit/>
              </a:bodyPr>
              <a:lstStyle/>
              <a:p>
                <a:pPr>
                  <a:lnSpc>
                    <a:spcPct val="80000"/>
                  </a:lnSpc>
                  <a:spcAft>
                    <a:spcPts val="750"/>
                  </a:spcAft>
                  <a:buClr>
                    <a:srgbClr val="969696"/>
                  </a:buClr>
                  <a:defRPr/>
                </a:pPr>
                <a:endParaRPr lang="en-US" sz="1500" b="1" dirty="0">
                  <a:solidFill>
                    <a:srgbClr val="3C3C3B"/>
                  </a:solidFill>
                </a:endParaRPr>
              </a:p>
            </p:txBody>
          </p:sp>
          <p:sp>
            <p:nvSpPr>
              <p:cNvPr id="50" name="Eingekerbter Richtungspfeil 8">
                <a:extLst>
                  <a:ext uri="{FF2B5EF4-FFF2-40B4-BE49-F238E27FC236}">
                    <a16:creationId xmlns:a16="http://schemas.microsoft.com/office/drawing/2014/main" id="{D90AE889-91D5-6C4B-B9E7-D774D2021C4F}"/>
                  </a:ext>
                </a:extLst>
              </p:cNvPr>
              <p:cNvSpPr/>
              <p:nvPr/>
            </p:nvSpPr>
            <p:spPr bwMode="gray">
              <a:xfrm>
                <a:off x="5809486" y="1836000"/>
                <a:ext cx="3093883" cy="3973013"/>
              </a:xfrm>
              <a:prstGeom prst="chevron">
                <a:avLst>
                  <a:gd name="adj" fmla="val 21007"/>
                </a:avLst>
              </a:prstGeom>
              <a:noFill/>
              <a:ln w="9525">
                <a:solidFill>
                  <a:schemeClr val="bg1">
                    <a:lumMod val="75000"/>
                  </a:schemeClr>
                </a:solidFill>
                <a:miter lim="800000"/>
                <a:headEnd/>
                <a:tailEnd/>
              </a:ln>
              <a:effectLst/>
            </p:spPr>
            <p:txBody>
              <a:bodyPr wrap="none" lIns="135000" tIns="0" rIns="0" bIns="0" anchor="ctr" anchorCtr="0">
                <a:noAutofit/>
              </a:bodyPr>
              <a:lstStyle/>
              <a:p>
                <a:pPr>
                  <a:lnSpc>
                    <a:spcPct val="80000"/>
                  </a:lnSpc>
                  <a:spcAft>
                    <a:spcPts val="750"/>
                  </a:spcAft>
                  <a:buClr>
                    <a:srgbClr val="969696"/>
                  </a:buClr>
                  <a:defRPr/>
                </a:pPr>
                <a:endParaRPr lang="en-US" sz="1500" b="1" dirty="0">
                  <a:solidFill>
                    <a:srgbClr val="3C3C3B"/>
                  </a:solidFill>
                </a:endParaRPr>
              </a:p>
            </p:txBody>
          </p:sp>
          <p:sp>
            <p:nvSpPr>
              <p:cNvPr id="51" name="Eingekerbter Richtungspfeil 9">
                <a:extLst>
                  <a:ext uri="{FF2B5EF4-FFF2-40B4-BE49-F238E27FC236}">
                    <a16:creationId xmlns:a16="http://schemas.microsoft.com/office/drawing/2014/main" id="{DE68DB2E-21BE-5F48-9502-137EBB20D8AA}"/>
                  </a:ext>
                </a:extLst>
              </p:cNvPr>
              <p:cNvSpPr/>
              <p:nvPr/>
            </p:nvSpPr>
            <p:spPr bwMode="gray">
              <a:xfrm>
                <a:off x="8555717" y="1836000"/>
                <a:ext cx="3093883" cy="3973013"/>
              </a:xfrm>
              <a:prstGeom prst="chevron">
                <a:avLst>
                  <a:gd name="adj" fmla="val 21007"/>
                </a:avLst>
              </a:prstGeom>
              <a:noFill/>
              <a:ln w="9525">
                <a:solidFill>
                  <a:schemeClr val="bg1">
                    <a:lumMod val="75000"/>
                  </a:schemeClr>
                </a:solidFill>
                <a:miter lim="800000"/>
                <a:headEnd/>
                <a:tailEnd/>
              </a:ln>
              <a:effectLst/>
            </p:spPr>
            <p:txBody>
              <a:bodyPr wrap="none" lIns="135000" tIns="0" rIns="0" bIns="0" anchor="ctr" anchorCtr="0">
                <a:noAutofit/>
              </a:bodyPr>
              <a:lstStyle/>
              <a:p>
                <a:pPr>
                  <a:lnSpc>
                    <a:spcPct val="80000"/>
                  </a:lnSpc>
                  <a:spcAft>
                    <a:spcPts val="750"/>
                  </a:spcAft>
                  <a:buClr>
                    <a:srgbClr val="969696"/>
                  </a:buClr>
                  <a:defRPr/>
                </a:pPr>
                <a:endParaRPr lang="en-US" sz="1500" b="1" dirty="0">
                  <a:solidFill>
                    <a:srgbClr val="3C3C3B"/>
                  </a:solidFill>
                </a:endParaRPr>
              </a:p>
            </p:txBody>
          </p:sp>
          <p:grpSp>
            <p:nvGrpSpPr>
              <p:cNvPr id="52" name="Gruppieren 10">
                <a:extLst>
                  <a:ext uri="{FF2B5EF4-FFF2-40B4-BE49-F238E27FC236}">
                    <a16:creationId xmlns:a16="http://schemas.microsoft.com/office/drawing/2014/main" id="{57E2BDF8-C034-E24B-BCF0-56CFB9809610}"/>
                  </a:ext>
                </a:extLst>
              </p:cNvPr>
              <p:cNvGrpSpPr/>
              <p:nvPr userDrawn="1"/>
            </p:nvGrpSpPr>
            <p:grpSpPr>
              <a:xfrm>
                <a:off x="3075408" y="1834981"/>
                <a:ext cx="3089642" cy="3974031"/>
                <a:chOff x="3075408" y="1834982"/>
                <a:chExt cx="3089642" cy="3974031"/>
              </a:xfrm>
              <a:noFill/>
            </p:grpSpPr>
            <p:sp>
              <p:nvSpPr>
                <p:cNvPr id="53" name="Parallelogramm 11">
                  <a:extLst>
                    <a:ext uri="{FF2B5EF4-FFF2-40B4-BE49-F238E27FC236}">
                      <a16:creationId xmlns:a16="http://schemas.microsoft.com/office/drawing/2014/main" id="{2C0D4451-0EE4-F144-BCE8-68F5018B3440}"/>
                    </a:ext>
                  </a:extLst>
                </p:cNvPr>
                <p:cNvSpPr/>
                <p:nvPr userDrawn="1"/>
              </p:nvSpPr>
              <p:spPr bwMode="gray">
                <a:xfrm flipH="1">
                  <a:off x="3075408" y="1834982"/>
                  <a:ext cx="2824282" cy="1175071"/>
                </a:xfrm>
                <a:custGeom>
                  <a:avLst/>
                  <a:gdLst>
                    <a:gd name="connsiteX0" fmla="*/ 0 w 2762381"/>
                    <a:gd name="connsiteY0" fmla="*/ 1237579 h 1237579"/>
                    <a:gd name="connsiteX1" fmla="*/ 436135 w 2762381"/>
                    <a:gd name="connsiteY1" fmla="*/ 0 h 1237579"/>
                    <a:gd name="connsiteX2" fmla="*/ 2762381 w 2762381"/>
                    <a:gd name="connsiteY2" fmla="*/ 0 h 1237579"/>
                    <a:gd name="connsiteX3" fmla="*/ 2326246 w 2762381"/>
                    <a:gd name="connsiteY3" fmla="*/ 1237579 h 1237579"/>
                    <a:gd name="connsiteX4" fmla="*/ 0 w 2762381"/>
                    <a:gd name="connsiteY4" fmla="*/ 1237579 h 1237579"/>
                    <a:gd name="connsiteX0" fmla="*/ 0 w 2762381"/>
                    <a:gd name="connsiteY0" fmla="*/ 1237579 h 1237579"/>
                    <a:gd name="connsiteX1" fmla="*/ 436135 w 2762381"/>
                    <a:gd name="connsiteY1" fmla="*/ 0 h 1237579"/>
                    <a:gd name="connsiteX2" fmla="*/ 2762381 w 2762381"/>
                    <a:gd name="connsiteY2" fmla="*/ 0 h 1237579"/>
                    <a:gd name="connsiteX3" fmla="*/ 2372741 w 2762381"/>
                    <a:gd name="connsiteY3" fmla="*/ 1237579 h 1237579"/>
                    <a:gd name="connsiteX4" fmla="*/ 0 w 2762381"/>
                    <a:gd name="connsiteY4" fmla="*/ 1237579 h 1237579"/>
                    <a:gd name="connsiteX0" fmla="*/ 0 w 2824374"/>
                    <a:gd name="connsiteY0" fmla="*/ 1237579 h 1237579"/>
                    <a:gd name="connsiteX1" fmla="*/ 498128 w 2824374"/>
                    <a:gd name="connsiteY1" fmla="*/ 0 h 1237579"/>
                    <a:gd name="connsiteX2" fmla="*/ 2824374 w 2824374"/>
                    <a:gd name="connsiteY2" fmla="*/ 0 h 1237579"/>
                    <a:gd name="connsiteX3" fmla="*/ 2434734 w 2824374"/>
                    <a:gd name="connsiteY3" fmla="*/ 1237579 h 1237579"/>
                    <a:gd name="connsiteX4" fmla="*/ 0 w 2824374"/>
                    <a:gd name="connsiteY4" fmla="*/ 1237579 h 1237579"/>
                    <a:gd name="connsiteX0" fmla="*/ 0 w 2824374"/>
                    <a:gd name="connsiteY0" fmla="*/ 1237579 h 1237579"/>
                    <a:gd name="connsiteX1" fmla="*/ 384474 w 2824374"/>
                    <a:gd name="connsiteY1" fmla="*/ 5166 h 1237579"/>
                    <a:gd name="connsiteX2" fmla="*/ 2824374 w 2824374"/>
                    <a:gd name="connsiteY2" fmla="*/ 0 h 1237579"/>
                    <a:gd name="connsiteX3" fmla="*/ 2434734 w 2824374"/>
                    <a:gd name="connsiteY3" fmla="*/ 1237579 h 1237579"/>
                    <a:gd name="connsiteX4" fmla="*/ 0 w 2824374"/>
                    <a:gd name="connsiteY4" fmla="*/ 1237579 h 123757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2824374" h="1237579">
                      <a:moveTo>
                        <a:pt x="0" y="1237579"/>
                      </a:moveTo>
                      <a:lnTo>
                        <a:pt x="384474" y="5166"/>
                      </a:lnTo>
                      <a:lnTo>
                        <a:pt x="2824374" y="0"/>
                      </a:lnTo>
                      <a:lnTo>
                        <a:pt x="2434734" y="1237579"/>
                      </a:lnTo>
                      <a:lnTo>
                        <a:pt x="0" y="1237579"/>
                      </a:lnTo>
                      <a:close/>
                    </a:path>
                  </a:pathLst>
                </a:custGeom>
                <a:grpFill/>
                <a:ln w="9525">
                  <a:solidFill>
                    <a:schemeClr val="bg1">
                      <a:lumMod val="75000"/>
                    </a:schemeClr>
                  </a:solidFill>
                  <a:miter lim="800000"/>
                  <a:headEnd/>
                  <a:tailEnd/>
                </a:ln>
                <a:effectLst/>
              </p:spPr>
              <p:txBody>
                <a:bodyPr lIns="432000" tIns="0" rIns="0" bIns="0" anchor="ctr" anchorCtr="0">
                  <a:noAutofit/>
                </a:bodyPr>
                <a:lstStyle/>
                <a:p>
                  <a:pPr>
                    <a:spcBef>
                      <a:spcPct val="50000"/>
                    </a:spcBef>
                    <a:spcAft>
                      <a:spcPts val="750"/>
                    </a:spcAft>
                  </a:pPr>
                  <a:endParaRPr lang="en-US" sz="900" dirty="0">
                    <a:solidFill>
                      <a:srgbClr val="3C3C3B"/>
                    </a:solidFill>
                  </a:endParaRPr>
                </a:p>
              </p:txBody>
            </p:sp>
            <p:sp>
              <p:nvSpPr>
                <p:cNvPr id="54" name="Parallelogramm 12">
                  <a:extLst>
                    <a:ext uri="{FF2B5EF4-FFF2-40B4-BE49-F238E27FC236}">
                      <a16:creationId xmlns:a16="http://schemas.microsoft.com/office/drawing/2014/main" id="{5D80AAA1-79DF-1F49-959F-96CCCF480C2E}"/>
                    </a:ext>
                  </a:extLst>
                </p:cNvPr>
                <p:cNvSpPr/>
                <p:nvPr userDrawn="1"/>
              </p:nvSpPr>
              <p:spPr bwMode="gray">
                <a:xfrm>
                  <a:off x="3080574" y="4511538"/>
                  <a:ext cx="2865608" cy="1297475"/>
                </a:xfrm>
                <a:custGeom>
                  <a:avLst/>
                  <a:gdLst>
                    <a:gd name="connsiteX0" fmla="*/ 0 w 2762381"/>
                    <a:gd name="connsiteY0" fmla="*/ 1366493 h 1366493"/>
                    <a:gd name="connsiteX1" fmla="*/ 481566 w 2762381"/>
                    <a:gd name="connsiteY1" fmla="*/ 0 h 1366493"/>
                    <a:gd name="connsiteX2" fmla="*/ 2762381 w 2762381"/>
                    <a:gd name="connsiteY2" fmla="*/ 0 h 1366493"/>
                    <a:gd name="connsiteX3" fmla="*/ 2280815 w 2762381"/>
                    <a:gd name="connsiteY3" fmla="*/ 1366493 h 1366493"/>
                    <a:gd name="connsiteX4" fmla="*/ 0 w 2762381"/>
                    <a:gd name="connsiteY4" fmla="*/ 1366493 h 1366493"/>
                    <a:gd name="connsiteX0" fmla="*/ 0 w 2762381"/>
                    <a:gd name="connsiteY0" fmla="*/ 1366493 h 1366493"/>
                    <a:gd name="connsiteX1" fmla="*/ 295586 w 2762381"/>
                    <a:gd name="connsiteY1" fmla="*/ 0 h 1366493"/>
                    <a:gd name="connsiteX2" fmla="*/ 2762381 w 2762381"/>
                    <a:gd name="connsiteY2" fmla="*/ 0 h 1366493"/>
                    <a:gd name="connsiteX3" fmla="*/ 2280815 w 2762381"/>
                    <a:gd name="connsiteY3" fmla="*/ 1366493 h 1366493"/>
                    <a:gd name="connsiteX4" fmla="*/ 0 w 2762381"/>
                    <a:gd name="connsiteY4" fmla="*/ 1366493 h 1366493"/>
                    <a:gd name="connsiteX0" fmla="*/ 0 w 2891533"/>
                    <a:gd name="connsiteY0" fmla="*/ 1361327 h 1366493"/>
                    <a:gd name="connsiteX1" fmla="*/ 424738 w 2891533"/>
                    <a:gd name="connsiteY1" fmla="*/ 0 h 1366493"/>
                    <a:gd name="connsiteX2" fmla="*/ 2891533 w 2891533"/>
                    <a:gd name="connsiteY2" fmla="*/ 0 h 1366493"/>
                    <a:gd name="connsiteX3" fmla="*/ 2409967 w 2891533"/>
                    <a:gd name="connsiteY3" fmla="*/ 1366493 h 1366493"/>
                    <a:gd name="connsiteX4" fmla="*/ 0 w 2891533"/>
                    <a:gd name="connsiteY4" fmla="*/ 1361327 h 1366493"/>
                    <a:gd name="connsiteX0" fmla="*/ 0 w 2891533"/>
                    <a:gd name="connsiteY0" fmla="*/ 1361327 h 1366493"/>
                    <a:gd name="connsiteX1" fmla="*/ 424738 w 2891533"/>
                    <a:gd name="connsiteY1" fmla="*/ 0 h 1366493"/>
                    <a:gd name="connsiteX2" fmla="*/ 2891533 w 2891533"/>
                    <a:gd name="connsiteY2" fmla="*/ 0 h 1366493"/>
                    <a:gd name="connsiteX3" fmla="*/ 2435797 w 2891533"/>
                    <a:gd name="connsiteY3" fmla="*/ 1366493 h 1366493"/>
                    <a:gd name="connsiteX4" fmla="*/ 0 w 2891533"/>
                    <a:gd name="connsiteY4" fmla="*/ 1361327 h 1366493"/>
                    <a:gd name="connsiteX0" fmla="*/ 0 w 2865702"/>
                    <a:gd name="connsiteY0" fmla="*/ 1361327 h 1366493"/>
                    <a:gd name="connsiteX1" fmla="*/ 424738 w 2865702"/>
                    <a:gd name="connsiteY1" fmla="*/ 0 h 1366493"/>
                    <a:gd name="connsiteX2" fmla="*/ 2865702 w 2865702"/>
                    <a:gd name="connsiteY2" fmla="*/ 0 h 1366493"/>
                    <a:gd name="connsiteX3" fmla="*/ 2435797 w 2865702"/>
                    <a:gd name="connsiteY3" fmla="*/ 1366493 h 1366493"/>
                    <a:gd name="connsiteX4" fmla="*/ 0 w 2865702"/>
                    <a:gd name="connsiteY4" fmla="*/ 1361327 h 136649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2865702" h="1366493">
                      <a:moveTo>
                        <a:pt x="0" y="1361327"/>
                      </a:moveTo>
                      <a:lnTo>
                        <a:pt x="424738" y="0"/>
                      </a:lnTo>
                      <a:lnTo>
                        <a:pt x="2865702" y="0"/>
                      </a:lnTo>
                      <a:lnTo>
                        <a:pt x="2435797" y="1366493"/>
                      </a:lnTo>
                      <a:lnTo>
                        <a:pt x="0" y="1361327"/>
                      </a:lnTo>
                      <a:close/>
                    </a:path>
                  </a:pathLst>
                </a:custGeom>
                <a:grpFill/>
                <a:ln w="9525">
                  <a:solidFill>
                    <a:schemeClr val="bg1">
                      <a:lumMod val="75000"/>
                    </a:schemeClr>
                  </a:solidFill>
                  <a:miter lim="800000"/>
                  <a:headEnd/>
                  <a:tailEnd/>
                </a:ln>
                <a:effectLst/>
              </p:spPr>
              <p:txBody>
                <a:bodyPr lIns="432000" tIns="0" rIns="54000" bIns="0" anchor="ctr" anchorCtr="0">
                  <a:noAutofit/>
                </a:bodyPr>
                <a:lstStyle/>
                <a:p>
                  <a:pPr>
                    <a:spcBef>
                      <a:spcPct val="50000"/>
                    </a:spcBef>
                    <a:spcAft>
                      <a:spcPts val="750"/>
                    </a:spcAft>
                  </a:pPr>
                  <a:endParaRPr lang="en-US" sz="900" dirty="0">
                    <a:solidFill>
                      <a:srgbClr val="3C3C3B"/>
                    </a:solidFill>
                  </a:endParaRPr>
                </a:p>
              </p:txBody>
            </p:sp>
            <p:sp>
              <p:nvSpPr>
                <p:cNvPr id="55" name="Eingekerbter Richtungspfeil 13">
                  <a:extLst>
                    <a:ext uri="{FF2B5EF4-FFF2-40B4-BE49-F238E27FC236}">
                      <a16:creationId xmlns:a16="http://schemas.microsoft.com/office/drawing/2014/main" id="{32F64004-3E30-164F-9DD8-D8FE800934D1}"/>
                    </a:ext>
                  </a:extLst>
                </p:cNvPr>
                <p:cNvSpPr/>
                <p:nvPr userDrawn="1"/>
              </p:nvSpPr>
              <p:spPr bwMode="gray">
                <a:xfrm>
                  <a:off x="3527720" y="3194800"/>
                  <a:ext cx="2637330" cy="1177396"/>
                </a:xfrm>
                <a:custGeom>
                  <a:avLst/>
                  <a:gdLst>
                    <a:gd name="connsiteX0" fmla="*/ 0 w 2570257"/>
                    <a:gd name="connsiteY0" fmla="*/ 0 h 1237579"/>
                    <a:gd name="connsiteX1" fmla="*/ 2356230 w 2570257"/>
                    <a:gd name="connsiteY1" fmla="*/ 0 h 1237579"/>
                    <a:gd name="connsiteX2" fmla="*/ 2570257 w 2570257"/>
                    <a:gd name="connsiteY2" fmla="*/ 618790 h 1237579"/>
                    <a:gd name="connsiteX3" fmla="*/ 2356230 w 2570257"/>
                    <a:gd name="connsiteY3" fmla="*/ 1237579 h 1237579"/>
                    <a:gd name="connsiteX4" fmla="*/ 0 w 2570257"/>
                    <a:gd name="connsiteY4" fmla="*/ 1237579 h 1237579"/>
                    <a:gd name="connsiteX5" fmla="*/ 214027 w 2570257"/>
                    <a:gd name="connsiteY5" fmla="*/ 618790 h 1237579"/>
                    <a:gd name="connsiteX6" fmla="*/ 0 w 2570257"/>
                    <a:gd name="connsiteY6" fmla="*/ 0 h 1237579"/>
                    <a:gd name="connsiteX0" fmla="*/ 0 w 2570257"/>
                    <a:gd name="connsiteY0" fmla="*/ 0 h 1237579"/>
                    <a:gd name="connsiteX1" fmla="*/ 2356230 w 2570257"/>
                    <a:gd name="connsiteY1" fmla="*/ 0 h 1237579"/>
                    <a:gd name="connsiteX2" fmla="*/ 2570257 w 2570257"/>
                    <a:gd name="connsiteY2" fmla="*/ 618790 h 1237579"/>
                    <a:gd name="connsiteX3" fmla="*/ 2356230 w 2570257"/>
                    <a:gd name="connsiteY3" fmla="*/ 1237579 h 1237579"/>
                    <a:gd name="connsiteX4" fmla="*/ 0 w 2570257"/>
                    <a:gd name="connsiteY4" fmla="*/ 1237579 h 1237579"/>
                    <a:gd name="connsiteX5" fmla="*/ 188196 w 2570257"/>
                    <a:gd name="connsiteY5" fmla="*/ 660119 h 1237579"/>
                    <a:gd name="connsiteX6" fmla="*/ 0 w 2570257"/>
                    <a:gd name="connsiteY6" fmla="*/ 0 h 1237579"/>
                    <a:gd name="connsiteX0" fmla="*/ 0 w 2580589"/>
                    <a:gd name="connsiteY0" fmla="*/ 5166 h 1237579"/>
                    <a:gd name="connsiteX1" fmla="*/ 2366562 w 2580589"/>
                    <a:gd name="connsiteY1" fmla="*/ 0 h 1237579"/>
                    <a:gd name="connsiteX2" fmla="*/ 2580589 w 2580589"/>
                    <a:gd name="connsiteY2" fmla="*/ 618790 h 1237579"/>
                    <a:gd name="connsiteX3" fmla="*/ 2366562 w 2580589"/>
                    <a:gd name="connsiteY3" fmla="*/ 1237579 h 1237579"/>
                    <a:gd name="connsiteX4" fmla="*/ 10332 w 2580589"/>
                    <a:gd name="connsiteY4" fmla="*/ 1237579 h 1237579"/>
                    <a:gd name="connsiteX5" fmla="*/ 198528 w 2580589"/>
                    <a:gd name="connsiteY5" fmla="*/ 660119 h 1237579"/>
                    <a:gd name="connsiteX6" fmla="*/ 0 w 2580589"/>
                    <a:gd name="connsiteY6" fmla="*/ 5166 h 1237579"/>
                    <a:gd name="connsiteX0" fmla="*/ 0 w 2580589"/>
                    <a:gd name="connsiteY0" fmla="*/ 5166 h 1237579"/>
                    <a:gd name="connsiteX1" fmla="*/ 2366562 w 2580589"/>
                    <a:gd name="connsiteY1" fmla="*/ 0 h 1237579"/>
                    <a:gd name="connsiteX2" fmla="*/ 2434517 w 2580589"/>
                    <a:gd name="connsiteY2" fmla="*/ 12066 h 1237579"/>
                    <a:gd name="connsiteX3" fmla="*/ 2580589 w 2580589"/>
                    <a:gd name="connsiteY3" fmla="*/ 618790 h 1237579"/>
                    <a:gd name="connsiteX4" fmla="*/ 2366562 w 2580589"/>
                    <a:gd name="connsiteY4" fmla="*/ 1237579 h 1237579"/>
                    <a:gd name="connsiteX5" fmla="*/ 10332 w 2580589"/>
                    <a:gd name="connsiteY5" fmla="*/ 1237579 h 1237579"/>
                    <a:gd name="connsiteX6" fmla="*/ 198528 w 2580589"/>
                    <a:gd name="connsiteY6" fmla="*/ 660119 h 1237579"/>
                    <a:gd name="connsiteX7" fmla="*/ 0 w 2580589"/>
                    <a:gd name="connsiteY7" fmla="*/ 5166 h 1237579"/>
                    <a:gd name="connsiteX0" fmla="*/ 0 w 2637416"/>
                    <a:gd name="connsiteY0" fmla="*/ 5166 h 1237579"/>
                    <a:gd name="connsiteX1" fmla="*/ 2366562 w 2637416"/>
                    <a:gd name="connsiteY1" fmla="*/ 0 h 1237579"/>
                    <a:gd name="connsiteX2" fmla="*/ 2434517 w 2637416"/>
                    <a:gd name="connsiteY2" fmla="*/ 12066 h 1237579"/>
                    <a:gd name="connsiteX3" fmla="*/ 2637416 w 2637416"/>
                    <a:gd name="connsiteY3" fmla="*/ 649787 h 1237579"/>
                    <a:gd name="connsiteX4" fmla="*/ 2366562 w 2637416"/>
                    <a:gd name="connsiteY4" fmla="*/ 1237579 h 1237579"/>
                    <a:gd name="connsiteX5" fmla="*/ 10332 w 2637416"/>
                    <a:gd name="connsiteY5" fmla="*/ 1237579 h 1237579"/>
                    <a:gd name="connsiteX6" fmla="*/ 198528 w 2637416"/>
                    <a:gd name="connsiteY6" fmla="*/ 660119 h 1237579"/>
                    <a:gd name="connsiteX7" fmla="*/ 0 w 2637416"/>
                    <a:gd name="connsiteY7" fmla="*/ 5166 h 1237579"/>
                    <a:gd name="connsiteX0" fmla="*/ 0 w 2637416"/>
                    <a:gd name="connsiteY0" fmla="*/ 5166 h 1237579"/>
                    <a:gd name="connsiteX1" fmla="*/ 2366562 w 2637416"/>
                    <a:gd name="connsiteY1" fmla="*/ 0 h 1237579"/>
                    <a:gd name="connsiteX2" fmla="*/ 2434517 w 2637416"/>
                    <a:gd name="connsiteY2" fmla="*/ 12066 h 1237579"/>
                    <a:gd name="connsiteX3" fmla="*/ 2637416 w 2637416"/>
                    <a:gd name="connsiteY3" fmla="*/ 649787 h 1237579"/>
                    <a:gd name="connsiteX4" fmla="*/ 2464718 w 2637416"/>
                    <a:gd name="connsiteY4" fmla="*/ 1232413 h 1237579"/>
                    <a:gd name="connsiteX5" fmla="*/ 10332 w 2637416"/>
                    <a:gd name="connsiteY5" fmla="*/ 1237579 h 1237579"/>
                    <a:gd name="connsiteX6" fmla="*/ 198528 w 2637416"/>
                    <a:gd name="connsiteY6" fmla="*/ 660119 h 1237579"/>
                    <a:gd name="connsiteX7" fmla="*/ 0 w 2637416"/>
                    <a:gd name="connsiteY7" fmla="*/ 5166 h 1237579"/>
                    <a:gd name="connsiteX0" fmla="*/ 0 w 2637416"/>
                    <a:gd name="connsiteY0" fmla="*/ 0 h 1232413"/>
                    <a:gd name="connsiteX1" fmla="*/ 2434517 w 2637416"/>
                    <a:gd name="connsiteY1" fmla="*/ 6900 h 1232413"/>
                    <a:gd name="connsiteX2" fmla="*/ 2637416 w 2637416"/>
                    <a:gd name="connsiteY2" fmla="*/ 644621 h 1232413"/>
                    <a:gd name="connsiteX3" fmla="*/ 2464718 w 2637416"/>
                    <a:gd name="connsiteY3" fmla="*/ 1227247 h 1232413"/>
                    <a:gd name="connsiteX4" fmla="*/ 10332 w 2637416"/>
                    <a:gd name="connsiteY4" fmla="*/ 1232413 h 1232413"/>
                    <a:gd name="connsiteX5" fmla="*/ 198528 w 2637416"/>
                    <a:gd name="connsiteY5" fmla="*/ 654953 h 1232413"/>
                    <a:gd name="connsiteX6" fmla="*/ 0 w 2637416"/>
                    <a:gd name="connsiteY6" fmla="*/ 0 h 1232413"/>
                    <a:gd name="connsiteX0" fmla="*/ 0 w 2637416"/>
                    <a:gd name="connsiteY0" fmla="*/ 14871 h 1247284"/>
                    <a:gd name="connsiteX1" fmla="*/ 2430888 w 2637416"/>
                    <a:gd name="connsiteY1" fmla="*/ 0 h 1247284"/>
                    <a:gd name="connsiteX2" fmla="*/ 2637416 w 2637416"/>
                    <a:gd name="connsiteY2" fmla="*/ 659492 h 1247284"/>
                    <a:gd name="connsiteX3" fmla="*/ 2464718 w 2637416"/>
                    <a:gd name="connsiteY3" fmla="*/ 1242118 h 1247284"/>
                    <a:gd name="connsiteX4" fmla="*/ 10332 w 2637416"/>
                    <a:gd name="connsiteY4" fmla="*/ 1247284 h 1247284"/>
                    <a:gd name="connsiteX5" fmla="*/ 198528 w 2637416"/>
                    <a:gd name="connsiteY5" fmla="*/ 669824 h 1247284"/>
                    <a:gd name="connsiteX6" fmla="*/ 0 w 2637416"/>
                    <a:gd name="connsiteY6" fmla="*/ 14871 h 1247284"/>
                    <a:gd name="connsiteX0" fmla="*/ 0 w 2637416"/>
                    <a:gd name="connsiteY0" fmla="*/ 7614 h 1240027"/>
                    <a:gd name="connsiteX1" fmla="*/ 2434517 w 2637416"/>
                    <a:gd name="connsiteY1" fmla="*/ 0 h 1240027"/>
                    <a:gd name="connsiteX2" fmla="*/ 2637416 w 2637416"/>
                    <a:gd name="connsiteY2" fmla="*/ 652235 h 1240027"/>
                    <a:gd name="connsiteX3" fmla="*/ 2464718 w 2637416"/>
                    <a:gd name="connsiteY3" fmla="*/ 1234861 h 1240027"/>
                    <a:gd name="connsiteX4" fmla="*/ 10332 w 2637416"/>
                    <a:gd name="connsiteY4" fmla="*/ 1240027 h 1240027"/>
                    <a:gd name="connsiteX5" fmla="*/ 198528 w 2637416"/>
                    <a:gd name="connsiteY5" fmla="*/ 662567 h 1240027"/>
                    <a:gd name="connsiteX6" fmla="*/ 0 w 2637416"/>
                    <a:gd name="connsiteY6" fmla="*/ 7614 h 1240027"/>
                    <a:gd name="connsiteX0" fmla="*/ 0 w 2637416"/>
                    <a:gd name="connsiteY0" fmla="*/ 7614 h 1240027"/>
                    <a:gd name="connsiteX1" fmla="*/ 2434517 w 2637416"/>
                    <a:gd name="connsiteY1" fmla="*/ 0 h 1240027"/>
                    <a:gd name="connsiteX2" fmla="*/ 2637416 w 2637416"/>
                    <a:gd name="connsiteY2" fmla="*/ 652235 h 1240027"/>
                    <a:gd name="connsiteX3" fmla="*/ 2464718 w 2637416"/>
                    <a:gd name="connsiteY3" fmla="*/ 1234861 h 1240027"/>
                    <a:gd name="connsiteX4" fmla="*/ 21218 w 2637416"/>
                    <a:gd name="connsiteY4" fmla="*/ 1240027 h 1240027"/>
                    <a:gd name="connsiteX5" fmla="*/ 198528 w 2637416"/>
                    <a:gd name="connsiteY5" fmla="*/ 662567 h 1240027"/>
                    <a:gd name="connsiteX6" fmla="*/ 0 w 2637416"/>
                    <a:gd name="connsiteY6" fmla="*/ 7614 h 124002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2637416" h="1240027">
                      <a:moveTo>
                        <a:pt x="0" y="7614"/>
                      </a:moveTo>
                      <a:lnTo>
                        <a:pt x="2434517" y="0"/>
                      </a:lnTo>
                      <a:lnTo>
                        <a:pt x="2637416" y="652235"/>
                      </a:lnTo>
                      <a:lnTo>
                        <a:pt x="2464718" y="1234861"/>
                      </a:lnTo>
                      <a:lnTo>
                        <a:pt x="21218" y="1240027"/>
                      </a:lnTo>
                      <a:lnTo>
                        <a:pt x="198528" y="662567"/>
                      </a:lnTo>
                      <a:lnTo>
                        <a:pt x="0" y="7614"/>
                      </a:lnTo>
                      <a:close/>
                    </a:path>
                  </a:pathLst>
                </a:custGeom>
                <a:grpFill/>
                <a:ln w="9525">
                  <a:solidFill>
                    <a:schemeClr val="bg1">
                      <a:lumMod val="75000"/>
                    </a:schemeClr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lIns="378000" tIns="0" rIns="27000" bIns="0" anchor="ctr" anchorCtr="0">
                  <a:noAutofit/>
                </a:bodyPr>
                <a:lstStyle/>
                <a:p>
                  <a:pPr marL="65485">
                    <a:spcAft>
                      <a:spcPts val="750"/>
                    </a:spcAft>
                  </a:pPr>
                  <a:endParaRPr lang="en-US" sz="900" dirty="0">
                    <a:solidFill>
                      <a:srgbClr val="3C3C3B"/>
                    </a:solidFill>
                  </a:endParaRPr>
                </a:p>
              </p:txBody>
            </p:sp>
          </p:grpSp>
        </p:grpSp>
        <p:sp>
          <p:nvSpPr>
            <p:cNvPr id="46" name="Ellipse 14">
              <a:extLst>
                <a:ext uri="{FF2B5EF4-FFF2-40B4-BE49-F238E27FC236}">
                  <a16:creationId xmlns:a16="http://schemas.microsoft.com/office/drawing/2014/main" id="{B0BA3DBF-FF8A-1648-9130-848C5F5E60CE}"/>
                </a:ext>
              </a:extLst>
            </p:cNvPr>
            <p:cNvSpPr>
              <a:spLocks/>
            </p:cNvSpPr>
            <p:nvPr/>
          </p:nvSpPr>
          <p:spPr bwMode="gray">
            <a:xfrm>
              <a:off x="8757224" y="1643054"/>
              <a:ext cx="430988" cy="456312"/>
            </a:xfrm>
            <a:prstGeom prst="ellipse">
              <a:avLst/>
            </a:prstGeom>
            <a:solidFill>
              <a:schemeClr val="accent1"/>
            </a:solidFill>
            <a:ln w="12700">
              <a:noFill/>
              <a:round/>
              <a:headEnd/>
              <a:tailEnd/>
            </a:ln>
            <a:effectLst/>
          </p:spPr>
          <p:txBody>
            <a:bodyPr lIns="0" tIns="0" rIns="0" bIns="0" rtlCol="0" anchor="ctr">
              <a:noAutofit/>
            </a:bodyPr>
            <a:lstStyle/>
            <a:p>
              <a:pPr algn="ctr">
                <a:lnSpc>
                  <a:spcPct val="90000"/>
                </a:lnSpc>
                <a:spcAft>
                  <a:spcPts val="750"/>
                </a:spcAft>
              </a:pPr>
              <a:r>
                <a:rPr lang="en-US" sz="1500" b="1" dirty="0">
                  <a:solidFill>
                    <a:schemeClr val="bg1"/>
                  </a:solidFill>
                </a:rPr>
                <a:t>3</a:t>
              </a:r>
            </a:p>
          </p:txBody>
        </p:sp>
        <p:sp>
          <p:nvSpPr>
            <p:cNvPr id="47" name="Ellipse 15">
              <a:extLst>
                <a:ext uri="{FF2B5EF4-FFF2-40B4-BE49-F238E27FC236}">
                  <a16:creationId xmlns:a16="http://schemas.microsoft.com/office/drawing/2014/main" id="{30D07D20-49EF-BE4F-AC23-214791D3F278}"/>
                </a:ext>
              </a:extLst>
            </p:cNvPr>
            <p:cNvSpPr>
              <a:spLocks/>
            </p:cNvSpPr>
            <p:nvPr/>
          </p:nvSpPr>
          <p:spPr bwMode="gray">
            <a:xfrm>
              <a:off x="763190" y="1569454"/>
              <a:ext cx="430988" cy="460338"/>
            </a:xfrm>
            <a:prstGeom prst="ellipse">
              <a:avLst/>
            </a:prstGeom>
            <a:solidFill>
              <a:schemeClr val="accent1"/>
            </a:solidFill>
            <a:ln w="12700">
              <a:noFill/>
              <a:round/>
              <a:headEnd/>
              <a:tailEnd/>
            </a:ln>
            <a:effectLst/>
          </p:spPr>
          <p:txBody>
            <a:bodyPr lIns="0" tIns="0" rIns="0" bIns="0" rtlCol="0" anchor="ctr">
              <a:noAutofit/>
            </a:bodyPr>
            <a:lstStyle/>
            <a:p>
              <a:pPr algn="ctr">
                <a:lnSpc>
                  <a:spcPct val="90000"/>
                </a:lnSpc>
                <a:spcAft>
                  <a:spcPts val="750"/>
                </a:spcAft>
              </a:pPr>
              <a:r>
                <a:rPr lang="en-US" sz="1500" b="1" dirty="0">
                  <a:solidFill>
                    <a:schemeClr val="bg1"/>
                  </a:solidFill>
                </a:rPr>
                <a:t>1</a:t>
              </a:r>
            </a:p>
          </p:txBody>
        </p:sp>
        <p:sp>
          <p:nvSpPr>
            <p:cNvPr id="48" name="Ellipse 16">
              <a:extLst>
                <a:ext uri="{FF2B5EF4-FFF2-40B4-BE49-F238E27FC236}">
                  <a16:creationId xmlns:a16="http://schemas.microsoft.com/office/drawing/2014/main" id="{F1971FAD-D2E8-944F-8550-6F3100CAF13C}"/>
                </a:ext>
              </a:extLst>
            </p:cNvPr>
            <p:cNvSpPr>
              <a:spLocks/>
            </p:cNvSpPr>
            <p:nvPr/>
          </p:nvSpPr>
          <p:spPr bwMode="gray">
            <a:xfrm>
              <a:off x="6036347" y="1643051"/>
              <a:ext cx="430988" cy="460338"/>
            </a:xfrm>
            <a:prstGeom prst="ellipse">
              <a:avLst/>
            </a:prstGeom>
            <a:solidFill>
              <a:schemeClr val="accent1"/>
            </a:solidFill>
            <a:ln w="12700">
              <a:noFill/>
              <a:round/>
              <a:headEnd/>
              <a:tailEnd/>
            </a:ln>
            <a:effectLst/>
          </p:spPr>
          <p:txBody>
            <a:bodyPr lIns="0" tIns="0" rIns="0" bIns="0" rtlCol="0" anchor="ctr">
              <a:noAutofit/>
            </a:bodyPr>
            <a:lstStyle/>
            <a:p>
              <a:pPr algn="ctr">
                <a:lnSpc>
                  <a:spcPct val="90000"/>
                </a:lnSpc>
                <a:spcAft>
                  <a:spcPts val="750"/>
                </a:spcAft>
              </a:pPr>
              <a:r>
                <a:rPr lang="en-US" sz="1500" b="1" dirty="0">
                  <a:solidFill>
                    <a:schemeClr val="bg1"/>
                  </a:solidFill>
                </a:rPr>
                <a:t>2</a:t>
              </a:r>
            </a:p>
          </p:txBody>
        </p:sp>
      </p:grp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B742E8B-4749-5D9D-EDB6-7D4AA5CAB415}"/>
              </a:ext>
            </a:extLst>
          </p:cNvPr>
          <p:cNvSpPr>
            <a:spLocks noGrp="1"/>
          </p:cNvSpPr>
          <p:nvPr>
            <p:ph type="dt" sz="half" idx="18"/>
          </p:nvPr>
        </p:nvSpPr>
        <p:spPr/>
        <p:txBody>
          <a:bodyPr/>
          <a:lstStyle/>
          <a:p>
            <a:fld id="{BD93D066-653E-584C-A70F-7A37DE64DEDE}" type="datetimeyyyy">
              <a:rPr lang="en-PH" smtClean="0"/>
              <a:pPr/>
              <a:t>2026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352738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tep process chart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5ED40E-3BDF-834C-B342-0AACC13AADE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87481" y="395492"/>
            <a:ext cx="10980109" cy="715294"/>
          </a:xfrm>
        </p:spPr>
        <p:txBody>
          <a:bodyPr anchor="b">
            <a:noAutofit/>
          </a:bodyPr>
          <a:lstStyle>
            <a:lvl1pPr>
              <a:defRPr lang="en-US" b="1" smtClean="0">
                <a:effectLst/>
              </a:defRPr>
            </a:lvl1pPr>
          </a:lstStyle>
          <a:p>
            <a:r>
              <a:rPr lang="en-US" dirty="0"/>
              <a:t>Page Title Placeholder </a:t>
            </a:r>
            <a:endParaRPr lang="en-US" dirty="0">
              <a:solidFill>
                <a:srgbClr val="F7884F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27B582C0-F1B4-5E45-B235-6254D715FB52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86740" y="1121640"/>
            <a:ext cx="10980884" cy="478559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None/>
              <a:defRPr sz="2500">
                <a:solidFill>
                  <a:srgbClr val="394951"/>
                </a:solidFill>
              </a:defRPr>
            </a:lvl1pPr>
          </a:lstStyle>
          <a:p>
            <a:pPr lvl="0"/>
            <a:r>
              <a:rPr lang="en-US" dirty="0"/>
              <a:t>Subtitle Placeholder</a:t>
            </a:r>
          </a:p>
        </p:txBody>
      </p:sp>
      <p:grpSp>
        <p:nvGrpSpPr>
          <p:cNvPr id="32" name="Gruppieren 6">
            <a:extLst>
              <a:ext uri="{FF2B5EF4-FFF2-40B4-BE49-F238E27FC236}">
                <a16:creationId xmlns:a16="http://schemas.microsoft.com/office/drawing/2014/main" id="{6D17EBC0-41E6-7545-AB71-A2081DCEED6B}"/>
              </a:ext>
            </a:extLst>
          </p:cNvPr>
          <p:cNvGrpSpPr/>
          <p:nvPr/>
        </p:nvGrpSpPr>
        <p:grpSpPr>
          <a:xfrm>
            <a:off x="587877" y="2056686"/>
            <a:ext cx="10480915" cy="4148046"/>
            <a:chOff x="540000" y="1618968"/>
            <a:chExt cx="11263321" cy="4457700"/>
          </a:xfrm>
        </p:grpSpPr>
        <p:grpSp>
          <p:nvGrpSpPr>
            <p:cNvPr id="33" name="TIMELINE">
              <a:extLst>
                <a:ext uri="{FF2B5EF4-FFF2-40B4-BE49-F238E27FC236}">
                  <a16:creationId xmlns:a16="http://schemas.microsoft.com/office/drawing/2014/main" id="{93FD1239-A8B0-5348-AB21-F599C14A9611}"/>
                </a:ext>
              </a:extLst>
            </p:cNvPr>
            <p:cNvGrpSpPr/>
            <p:nvPr/>
          </p:nvGrpSpPr>
          <p:grpSpPr bwMode="gray">
            <a:xfrm>
              <a:off x="540000" y="3591297"/>
              <a:ext cx="11263321" cy="520049"/>
              <a:chOff x="540000" y="3400125"/>
              <a:chExt cx="11263321" cy="520049"/>
            </a:xfrm>
          </p:grpSpPr>
          <p:sp>
            <p:nvSpPr>
              <p:cNvPr id="52" name="Arrow 1">
                <a:extLst>
                  <a:ext uri="{FF2B5EF4-FFF2-40B4-BE49-F238E27FC236}">
                    <a16:creationId xmlns:a16="http://schemas.microsoft.com/office/drawing/2014/main" id="{EDFB918B-3004-D944-83D5-09F8C7FA8A68}"/>
                  </a:ext>
                </a:extLst>
              </p:cNvPr>
              <p:cNvSpPr>
                <a:spLocks noChangeArrowheads="1"/>
              </p:cNvSpPr>
              <p:nvPr/>
            </p:nvSpPr>
            <p:spPr bwMode="gray">
              <a:xfrm>
                <a:off x="540000" y="3400126"/>
                <a:ext cx="2088517" cy="520048"/>
              </a:xfrm>
              <a:prstGeom prst="homePlate">
                <a:avLst>
                  <a:gd name="adj" fmla="val 36314"/>
                </a:avLst>
              </a:prstGeom>
              <a:solidFill>
                <a:schemeClr val="bg1">
                  <a:lumMod val="95000"/>
                </a:schemeClr>
              </a:solidFill>
              <a:ln w="12700">
                <a:noFill/>
                <a:miter lim="800000"/>
                <a:headEnd/>
                <a:tailEnd/>
              </a:ln>
              <a:effectLst/>
            </p:spPr>
            <p:txBody>
              <a:bodyPr lIns="216000" tIns="108000" rIns="108000" bIns="108000" anchor="ctr">
                <a:noAutofit/>
              </a:bodyPr>
              <a:lstStyle/>
              <a:p>
                <a:pPr defTabSz="601266" eaLnBrk="0" hangingPunct="0"/>
                <a:r>
                  <a:rPr lang="en-US" sz="1500" b="1" dirty="0">
                    <a:solidFill>
                      <a:srgbClr val="394951"/>
                    </a:solidFill>
                    <a:cs typeface="Arial" charset="0"/>
                  </a:rPr>
                  <a:t>STEP 1</a:t>
                </a:r>
              </a:p>
            </p:txBody>
          </p:sp>
          <p:sp>
            <p:nvSpPr>
              <p:cNvPr id="53" name="Arrow 2">
                <a:extLst>
                  <a:ext uri="{FF2B5EF4-FFF2-40B4-BE49-F238E27FC236}">
                    <a16:creationId xmlns:a16="http://schemas.microsoft.com/office/drawing/2014/main" id="{9E587EF8-004A-C147-8328-01150C5D1443}"/>
                  </a:ext>
                </a:extLst>
              </p:cNvPr>
              <p:cNvSpPr>
                <a:spLocks noChangeArrowheads="1"/>
              </p:cNvSpPr>
              <p:nvPr/>
            </p:nvSpPr>
            <p:spPr bwMode="gray">
              <a:xfrm>
                <a:off x="2374960" y="3400126"/>
                <a:ext cx="2088517" cy="520048"/>
              </a:xfrm>
              <a:prstGeom prst="chevron">
                <a:avLst>
                  <a:gd name="adj" fmla="val 35094"/>
                </a:avLst>
              </a:prstGeom>
              <a:solidFill>
                <a:schemeClr val="bg2"/>
              </a:solidFill>
              <a:ln w="12700">
                <a:noFill/>
                <a:miter lim="800000"/>
                <a:headEnd/>
                <a:tailEnd/>
              </a:ln>
              <a:effectLst/>
            </p:spPr>
            <p:txBody>
              <a:bodyPr lIns="216000" tIns="108000" rIns="108000" bIns="108000" anchor="ctr">
                <a:noAutofit/>
              </a:bodyPr>
              <a:lstStyle/>
              <a:p>
                <a:pPr defTabSz="601266" eaLnBrk="0" hangingPunct="0"/>
                <a:r>
                  <a:rPr lang="en-US" sz="1500" b="1" dirty="0">
                    <a:solidFill>
                      <a:srgbClr val="394951"/>
                    </a:solidFill>
                    <a:cs typeface="Arial" charset="0"/>
                  </a:rPr>
                  <a:t>STEP 2</a:t>
                </a:r>
              </a:p>
            </p:txBody>
          </p:sp>
          <p:sp>
            <p:nvSpPr>
              <p:cNvPr id="54" name="Arrow 3">
                <a:extLst>
                  <a:ext uri="{FF2B5EF4-FFF2-40B4-BE49-F238E27FC236}">
                    <a16:creationId xmlns:a16="http://schemas.microsoft.com/office/drawing/2014/main" id="{5EEA0561-7D19-D04D-B98A-3D830AE7A101}"/>
                  </a:ext>
                </a:extLst>
              </p:cNvPr>
              <p:cNvSpPr>
                <a:spLocks noChangeArrowheads="1"/>
              </p:cNvSpPr>
              <p:nvPr/>
            </p:nvSpPr>
            <p:spPr bwMode="gray">
              <a:xfrm>
                <a:off x="4209922" y="3400126"/>
                <a:ext cx="2088517" cy="520048"/>
              </a:xfrm>
              <a:prstGeom prst="chevron">
                <a:avLst>
                  <a:gd name="adj" fmla="val 35094"/>
                </a:avLst>
              </a:prstGeom>
              <a:solidFill>
                <a:srgbClr val="CECECE"/>
              </a:solidFill>
              <a:ln w="12700">
                <a:noFill/>
                <a:miter lim="800000"/>
                <a:headEnd/>
                <a:tailEnd/>
              </a:ln>
              <a:effectLst/>
            </p:spPr>
            <p:txBody>
              <a:bodyPr lIns="216000" tIns="108000" rIns="108000" bIns="108000" anchor="ctr">
                <a:noAutofit/>
              </a:bodyPr>
              <a:lstStyle/>
              <a:p>
                <a:pPr defTabSz="601266" eaLnBrk="0" hangingPunct="0"/>
                <a:r>
                  <a:rPr lang="en-US" sz="1500" b="1" dirty="0">
                    <a:solidFill>
                      <a:srgbClr val="394951"/>
                    </a:solidFill>
                    <a:cs typeface="Arial" charset="0"/>
                  </a:rPr>
                  <a:t>STEP 3</a:t>
                </a:r>
              </a:p>
            </p:txBody>
          </p:sp>
          <p:sp>
            <p:nvSpPr>
              <p:cNvPr id="55" name="Arrow 4">
                <a:extLst>
                  <a:ext uri="{FF2B5EF4-FFF2-40B4-BE49-F238E27FC236}">
                    <a16:creationId xmlns:a16="http://schemas.microsoft.com/office/drawing/2014/main" id="{0D33819B-5D5F-5048-BA4D-AD253FBBA7F7}"/>
                  </a:ext>
                </a:extLst>
              </p:cNvPr>
              <p:cNvSpPr>
                <a:spLocks noChangeArrowheads="1"/>
              </p:cNvSpPr>
              <p:nvPr/>
            </p:nvSpPr>
            <p:spPr bwMode="gray">
              <a:xfrm>
                <a:off x="6044882" y="3400126"/>
                <a:ext cx="2088517" cy="520048"/>
              </a:xfrm>
              <a:prstGeom prst="chevron">
                <a:avLst>
                  <a:gd name="adj" fmla="val 35094"/>
                </a:avLst>
              </a:prstGeom>
              <a:solidFill>
                <a:srgbClr val="999999"/>
              </a:solidFill>
              <a:ln w="12700">
                <a:noFill/>
                <a:miter lim="800000"/>
                <a:headEnd/>
                <a:tailEnd/>
              </a:ln>
              <a:effectLst/>
            </p:spPr>
            <p:txBody>
              <a:bodyPr lIns="216000" tIns="108000" rIns="108000" bIns="108000" anchor="ctr">
                <a:noAutofit/>
              </a:bodyPr>
              <a:lstStyle/>
              <a:p>
                <a:pPr defTabSz="601266" eaLnBrk="0" hangingPunct="0"/>
                <a:r>
                  <a:rPr lang="en-US" sz="1500" b="1" dirty="0">
                    <a:solidFill>
                      <a:schemeClr val="bg1"/>
                    </a:solidFill>
                    <a:cs typeface="Arial" charset="0"/>
                  </a:rPr>
                  <a:t>STEP 4</a:t>
                </a:r>
              </a:p>
            </p:txBody>
          </p:sp>
          <p:sp>
            <p:nvSpPr>
              <p:cNvPr id="56" name="Arrow 5">
                <a:extLst>
                  <a:ext uri="{FF2B5EF4-FFF2-40B4-BE49-F238E27FC236}">
                    <a16:creationId xmlns:a16="http://schemas.microsoft.com/office/drawing/2014/main" id="{DBA55A27-1D55-8D43-B856-F1565AF1EDA0}"/>
                  </a:ext>
                </a:extLst>
              </p:cNvPr>
              <p:cNvSpPr>
                <a:spLocks noChangeArrowheads="1"/>
              </p:cNvSpPr>
              <p:nvPr/>
            </p:nvSpPr>
            <p:spPr bwMode="gray">
              <a:xfrm>
                <a:off x="7879844" y="3400126"/>
                <a:ext cx="2088517" cy="520048"/>
              </a:xfrm>
              <a:prstGeom prst="chevron">
                <a:avLst>
                  <a:gd name="adj" fmla="val 35094"/>
                </a:avLst>
              </a:prstGeom>
              <a:solidFill>
                <a:srgbClr val="737373"/>
              </a:solidFill>
              <a:ln w="12700">
                <a:noFill/>
                <a:miter lim="800000"/>
                <a:headEnd/>
                <a:tailEnd/>
              </a:ln>
              <a:effectLst/>
            </p:spPr>
            <p:txBody>
              <a:bodyPr lIns="216000" tIns="108000" rIns="108000" bIns="108000" anchor="ctr">
                <a:noAutofit/>
              </a:bodyPr>
              <a:lstStyle/>
              <a:p>
                <a:pPr defTabSz="601266" eaLnBrk="0" hangingPunct="0"/>
                <a:r>
                  <a:rPr lang="en-US" sz="1500" b="1" dirty="0">
                    <a:solidFill>
                      <a:schemeClr val="bg1"/>
                    </a:solidFill>
                    <a:cs typeface="Arial" charset="0"/>
                  </a:rPr>
                  <a:t>STEP 5</a:t>
                </a:r>
              </a:p>
            </p:txBody>
          </p:sp>
          <p:sp>
            <p:nvSpPr>
              <p:cNvPr id="57" name="Arrow 6">
                <a:extLst>
                  <a:ext uri="{FF2B5EF4-FFF2-40B4-BE49-F238E27FC236}">
                    <a16:creationId xmlns:a16="http://schemas.microsoft.com/office/drawing/2014/main" id="{2A9DD990-F619-1A43-8428-973062FDB101}"/>
                  </a:ext>
                </a:extLst>
              </p:cNvPr>
              <p:cNvSpPr>
                <a:spLocks noChangeArrowheads="1"/>
              </p:cNvSpPr>
              <p:nvPr/>
            </p:nvSpPr>
            <p:spPr bwMode="gray">
              <a:xfrm>
                <a:off x="9714804" y="3400125"/>
                <a:ext cx="2088517" cy="520048"/>
              </a:xfrm>
              <a:prstGeom prst="chevron">
                <a:avLst>
                  <a:gd name="adj" fmla="val 35094"/>
                </a:avLst>
              </a:prstGeom>
              <a:solidFill>
                <a:srgbClr val="394951"/>
              </a:solidFill>
              <a:ln w="12700">
                <a:noFill/>
                <a:miter lim="800000"/>
                <a:headEnd/>
                <a:tailEnd/>
              </a:ln>
              <a:effectLst/>
            </p:spPr>
            <p:txBody>
              <a:bodyPr lIns="216000" tIns="108000" rIns="108000" bIns="108000" anchor="ctr">
                <a:noAutofit/>
              </a:bodyPr>
              <a:lstStyle/>
              <a:p>
                <a:pPr defTabSz="601266" eaLnBrk="0" hangingPunct="0"/>
                <a:r>
                  <a:rPr lang="en-US" sz="1500" b="1" dirty="0">
                    <a:solidFill>
                      <a:schemeClr val="bg1"/>
                    </a:solidFill>
                    <a:cs typeface="Arial" charset="0"/>
                  </a:rPr>
                  <a:t>STEP 6</a:t>
                </a:r>
              </a:p>
            </p:txBody>
          </p:sp>
        </p:grpSp>
        <p:sp>
          <p:nvSpPr>
            <p:cNvPr id="50" name="Line">
              <a:extLst>
                <a:ext uri="{FF2B5EF4-FFF2-40B4-BE49-F238E27FC236}">
                  <a16:creationId xmlns:a16="http://schemas.microsoft.com/office/drawing/2014/main" id="{582ECD84-CAB2-3D4F-843E-87EBC028960A}"/>
                </a:ext>
              </a:extLst>
            </p:cNvPr>
            <p:cNvSpPr>
              <a:spLocks noChangeShapeType="1"/>
            </p:cNvSpPr>
            <p:nvPr/>
          </p:nvSpPr>
          <p:spPr bwMode="gray">
            <a:xfrm flipV="1">
              <a:off x="540000" y="1618968"/>
              <a:ext cx="0" cy="1704203"/>
            </a:xfrm>
            <a:prstGeom prst="line">
              <a:avLst/>
            </a:prstGeom>
            <a:noFill/>
            <a:ln w="9525">
              <a:solidFill>
                <a:schemeClr val="bg1">
                  <a:lumMod val="75000"/>
                </a:schemeClr>
              </a:solidFill>
              <a:prstDash val="solid"/>
              <a:miter lim="800000"/>
              <a:headEnd/>
              <a:tailEnd/>
            </a:ln>
          </p:spPr>
          <p:txBody>
            <a:bodyPr lIns="0" tIns="0" rIns="0" bIns="0">
              <a:noAutofit/>
            </a:bodyPr>
            <a:lstStyle/>
            <a:p>
              <a:endParaRPr lang="en-US" sz="1050" dirty="0">
                <a:solidFill>
                  <a:schemeClr val="accent4"/>
                </a:solidFill>
              </a:endParaRPr>
            </a:p>
          </p:txBody>
        </p:sp>
        <p:sp>
          <p:nvSpPr>
            <p:cNvPr id="48" name="Line">
              <a:extLst>
                <a:ext uri="{FF2B5EF4-FFF2-40B4-BE49-F238E27FC236}">
                  <a16:creationId xmlns:a16="http://schemas.microsoft.com/office/drawing/2014/main" id="{BFC183C0-950F-5E43-B8BB-01E850FB9A3C}"/>
                </a:ext>
              </a:extLst>
            </p:cNvPr>
            <p:cNvSpPr>
              <a:spLocks noChangeShapeType="1"/>
            </p:cNvSpPr>
            <p:nvPr/>
          </p:nvSpPr>
          <p:spPr bwMode="gray">
            <a:xfrm flipV="1">
              <a:off x="2374962" y="4381572"/>
              <a:ext cx="0" cy="1695096"/>
            </a:xfrm>
            <a:prstGeom prst="line">
              <a:avLst/>
            </a:prstGeom>
            <a:noFill/>
            <a:ln w="9525">
              <a:solidFill>
                <a:schemeClr val="bg1">
                  <a:lumMod val="75000"/>
                </a:schemeClr>
              </a:solidFill>
              <a:prstDash val="solid"/>
              <a:miter lim="800000"/>
              <a:headEnd/>
              <a:tailEnd/>
            </a:ln>
          </p:spPr>
          <p:txBody>
            <a:bodyPr lIns="0" tIns="0" rIns="0" bIns="0">
              <a:noAutofit/>
            </a:bodyPr>
            <a:lstStyle/>
            <a:p>
              <a:endParaRPr lang="en-US" sz="1050" dirty="0">
                <a:solidFill>
                  <a:schemeClr val="accent4"/>
                </a:solidFill>
              </a:endParaRPr>
            </a:p>
          </p:txBody>
        </p:sp>
        <p:sp>
          <p:nvSpPr>
            <p:cNvPr id="46" name="Line">
              <a:extLst>
                <a:ext uri="{FF2B5EF4-FFF2-40B4-BE49-F238E27FC236}">
                  <a16:creationId xmlns:a16="http://schemas.microsoft.com/office/drawing/2014/main" id="{B4F1CE3E-F689-4347-B656-477259BD2732}"/>
                </a:ext>
              </a:extLst>
            </p:cNvPr>
            <p:cNvSpPr>
              <a:spLocks noChangeShapeType="1"/>
            </p:cNvSpPr>
            <p:nvPr/>
          </p:nvSpPr>
          <p:spPr bwMode="gray">
            <a:xfrm flipV="1">
              <a:off x="4209922" y="1618969"/>
              <a:ext cx="0" cy="1704202"/>
            </a:xfrm>
            <a:prstGeom prst="line">
              <a:avLst/>
            </a:prstGeom>
            <a:noFill/>
            <a:ln w="9525">
              <a:solidFill>
                <a:schemeClr val="bg1">
                  <a:lumMod val="75000"/>
                </a:schemeClr>
              </a:solidFill>
              <a:prstDash val="solid"/>
              <a:miter lim="800000"/>
              <a:headEnd/>
              <a:tailEnd/>
            </a:ln>
          </p:spPr>
          <p:txBody>
            <a:bodyPr lIns="0" tIns="0" rIns="0" bIns="0">
              <a:noAutofit/>
            </a:bodyPr>
            <a:lstStyle/>
            <a:p>
              <a:endParaRPr lang="en-US" sz="1050" dirty="0">
                <a:solidFill>
                  <a:schemeClr val="accent4"/>
                </a:solidFill>
              </a:endParaRPr>
            </a:p>
          </p:txBody>
        </p:sp>
        <p:sp>
          <p:nvSpPr>
            <p:cNvPr id="44" name="Line">
              <a:extLst>
                <a:ext uri="{FF2B5EF4-FFF2-40B4-BE49-F238E27FC236}">
                  <a16:creationId xmlns:a16="http://schemas.microsoft.com/office/drawing/2014/main" id="{C3276969-FB7B-474A-8F6E-B7D9B11EB8D1}"/>
                </a:ext>
              </a:extLst>
            </p:cNvPr>
            <p:cNvSpPr>
              <a:spLocks noChangeShapeType="1"/>
            </p:cNvSpPr>
            <p:nvPr/>
          </p:nvSpPr>
          <p:spPr bwMode="gray">
            <a:xfrm flipV="1">
              <a:off x="7879844" y="1618969"/>
              <a:ext cx="0" cy="1704202"/>
            </a:xfrm>
            <a:prstGeom prst="line">
              <a:avLst/>
            </a:prstGeom>
            <a:noFill/>
            <a:ln w="9525">
              <a:solidFill>
                <a:schemeClr val="bg1">
                  <a:lumMod val="75000"/>
                </a:schemeClr>
              </a:solidFill>
              <a:prstDash val="solid"/>
              <a:miter lim="800000"/>
              <a:headEnd/>
              <a:tailEnd/>
            </a:ln>
          </p:spPr>
          <p:txBody>
            <a:bodyPr lIns="0" tIns="0" rIns="0" bIns="0">
              <a:noAutofit/>
            </a:bodyPr>
            <a:lstStyle/>
            <a:p>
              <a:endParaRPr lang="en-US" sz="1050" dirty="0">
                <a:solidFill>
                  <a:schemeClr val="accent4"/>
                </a:solidFill>
              </a:endParaRPr>
            </a:p>
          </p:txBody>
        </p:sp>
        <p:sp>
          <p:nvSpPr>
            <p:cNvPr id="43" name="Line">
              <a:extLst>
                <a:ext uri="{FF2B5EF4-FFF2-40B4-BE49-F238E27FC236}">
                  <a16:creationId xmlns:a16="http://schemas.microsoft.com/office/drawing/2014/main" id="{6D2A48F7-ECFD-8442-860A-4AB9B2932F0D}"/>
                </a:ext>
              </a:extLst>
            </p:cNvPr>
            <p:cNvSpPr>
              <a:spLocks noChangeShapeType="1"/>
            </p:cNvSpPr>
            <p:nvPr/>
          </p:nvSpPr>
          <p:spPr bwMode="gray">
            <a:xfrm flipV="1">
              <a:off x="6044883" y="4381572"/>
              <a:ext cx="0" cy="1695096"/>
            </a:xfrm>
            <a:prstGeom prst="line">
              <a:avLst/>
            </a:prstGeom>
            <a:noFill/>
            <a:ln w="9525">
              <a:solidFill>
                <a:schemeClr val="bg1">
                  <a:lumMod val="75000"/>
                </a:schemeClr>
              </a:solidFill>
              <a:prstDash val="solid"/>
              <a:miter lim="800000"/>
              <a:headEnd/>
              <a:tailEnd/>
            </a:ln>
          </p:spPr>
          <p:txBody>
            <a:bodyPr lIns="0" tIns="0" rIns="0" bIns="0">
              <a:noAutofit/>
            </a:bodyPr>
            <a:lstStyle/>
            <a:p>
              <a:endParaRPr lang="en-US" sz="1050" dirty="0">
                <a:solidFill>
                  <a:schemeClr val="accent4"/>
                </a:solidFill>
              </a:endParaRPr>
            </a:p>
          </p:txBody>
        </p:sp>
        <p:sp>
          <p:nvSpPr>
            <p:cNvPr id="41" name="Line">
              <a:extLst>
                <a:ext uri="{FF2B5EF4-FFF2-40B4-BE49-F238E27FC236}">
                  <a16:creationId xmlns:a16="http://schemas.microsoft.com/office/drawing/2014/main" id="{C2677CE5-BA48-6E46-914D-9877D216934E}"/>
                </a:ext>
              </a:extLst>
            </p:cNvPr>
            <p:cNvSpPr>
              <a:spLocks noChangeShapeType="1"/>
            </p:cNvSpPr>
            <p:nvPr/>
          </p:nvSpPr>
          <p:spPr bwMode="gray">
            <a:xfrm flipV="1">
              <a:off x="9714804" y="4381572"/>
              <a:ext cx="0" cy="1695096"/>
            </a:xfrm>
            <a:prstGeom prst="line">
              <a:avLst/>
            </a:prstGeom>
            <a:noFill/>
            <a:ln w="9525">
              <a:solidFill>
                <a:schemeClr val="bg1">
                  <a:lumMod val="75000"/>
                </a:schemeClr>
              </a:solidFill>
              <a:prstDash val="solid"/>
              <a:miter lim="800000"/>
              <a:headEnd/>
              <a:tailEnd/>
            </a:ln>
          </p:spPr>
          <p:txBody>
            <a:bodyPr lIns="0" tIns="0" rIns="0" bIns="0">
              <a:noAutofit/>
            </a:bodyPr>
            <a:lstStyle/>
            <a:p>
              <a:endParaRPr lang="en-US" sz="1050" dirty="0">
                <a:solidFill>
                  <a:schemeClr val="accent4"/>
                </a:solidFill>
              </a:endParaRPr>
            </a:p>
          </p:txBody>
        </p:sp>
      </p:grp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6107375-C0EA-E340-A9AC-A77865E20F61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87877" y="2057400"/>
            <a:ext cx="1943438" cy="1416050"/>
          </a:xfrm>
          <a:prstGeom prst="rect">
            <a:avLst/>
          </a:prstGeom>
        </p:spPr>
        <p:txBody>
          <a:bodyPr vert="horz">
            <a:noAutofit/>
          </a:bodyPr>
          <a:lstStyle>
            <a:lvl1pPr marL="0" indent="0">
              <a:lnSpc>
                <a:spcPct val="90000"/>
              </a:lnSpc>
              <a:spcAft>
                <a:spcPts val="750"/>
              </a:spcAft>
              <a:buNone/>
              <a:defRPr sz="1600" b="0">
                <a:solidFill>
                  <a:srgbClr val="737373"/>
                </a:solidFill>
              </a:defRPr>
            </a:lvl1pPr>
            <a:lvl2pPr marL="457200" indent="0">
              <a:buNone/>
              <a:defRPr sz="1600"/>
            </a:lvl2pPr>
          </a:lstStyle>
          <a:p>
            <a:pPr>
              <a:lnSpc>
                <a:spcPct val="90000"/>
              </a:lnSpc>
              <a:spcAft>
                <a:spcPts val="750"/>
              </a:spcAft>
            </a:pPr>
            <a:r>
              <a:rPr lang="en-US" sz="2000" b="1" dirty="0">
                <a:solidFill>
                  <a:srgbClr val="3C3C3B"/>
                </a:solidFill>
              </a:rPr>
              <a:t>Description</a:t>
            </a:r>
          </a:p>
          <a:p>
            <a:pPr>
              <a:lnSpc>
                <a:spcPct val="90000"/>
              </a:lnSpc>
              <a:spcAft>
                <a:spcPts val="750"/>
              </a:spcAft>
            </a:pPr>
            <a:r>
              <a:rPr lang="en-US" sz="1600" dirty="0">
                <a:solidFill>
                  <a:srgbClr val="3C3C3B"/>
                </a:solidFill>
              </a:rPr>
              <a:t>This is a placeholder text. </a:t>
            </a:r>
          </a:p>
        </p:txBody>
      </p:sp>
      <p:sp>
        <p:nvSpPr>
          <p:cNvPr id="65" name="Text Placeholder 3">
            <a:extLst>
              <a:ext uri="{FF2B5EF4-FFF2-40B4-BE49-F238E27FC236}">
                <a16:creationId xmlns:a16="http://schemas.microsoft.com/office/drawing/2014/main" id="{6F15CF82-2CD0-2E4F-B34F-AC86E00A5A1F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004177" y="2057400"/>
            <a:ext cx="1943438" cy="1416050"/>
          </a:xfrm>
          <a:prstGeom prst="rect">
            <a:avLst/>
          </a:prstGeom>
        </p:spPr>
        <p:txBody>
          <a:bodyPr vert="horz">
            <a:noAutofit/>
          </a:bodyPr>
          <a:lstStyle>
            <a:lvl1pPr marL="0" indent="0">
              <a:lnSpc>
                <a:spcPct val="90000"/>
              </a:lnSpc>
              <a:spcAft>
                <a:spcPts val="750"/>
              </a:spcAft>
              <a:buNone/>
              <a:defRPr sz="1600" b="0">
                <a:solidFill>
                  <a:srgbClr val="737373"/>
                </a:solidFill>
              </a:defRPr>
            </a:lvl1pPr>
            <a:lvl2pPr marL="457200" indent="0">
              <a:buNone/>
              <a:defRPr sz="1600"/>
            </a:lvl2pPr>
          </a:lstStyle>
          <a:p>
            <a:pPr>
              <a:lnSpc>
                <a:spcPct val="90000"/>
              </a:lnSpc>
              <a:spcAft>
                <a:spcPts val="750"/>
              </a:spcAft>
            </a:pPr>
            <a:r>
              <a:rPr lang="en-US" sz="2000" b="1" dirty="0">
                <a:solidFill>
                  <a:srgbClr val="3C3C3B"/>
                </a:solidFill>
              </a:rPr>
              <a:t>Description</a:t>
            </a:r>
          </a:p>
          <a:p>
            <a:pPr>
              <a:lnSpc>
                <a:spcPct val="90000"/>
              </a:lnSpc>
              <a:spcAft>
                <a:spcPts val="750"/>
              </a:spcAft>
            </a:pPr>
            <a:r>
              <a:rPr lang="en-US" sz="1600" dirty="0">
                <a:solidFill>
                  <a:srgbClr val="3C3C3B"/>
                </a:solidFill>
              </a:rPr>
              <a:t>This is a placeholder text. </a:t>
            </a:r>
          </a:p>
        </p:txBody>
      </p:sp>
      <p:sp>
        <p:nvSpPr>
          <p:cNvPr id="66" name="Text Placeholder 3">
            <a:extLst>
              <a:ext uri="{FF2B5EF4-FFF2-40B4-BE49-F238E27FC236}">
                <a16:creationId xmlns:a16="http://schemas.microsoft.com/office/drawing/2014/main" id="{F4B466D3-DE16-C74A-9FA5-31292178F93C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7420477" y="2057400"/>
            <a:ext cx="1943438" cy="1416050"/>
          </a:xfrm>
          <a:prstGeom prst="rect">
            <a:avLst/>
          </a:prstGeom>
        </p:spPr>
        <p:txBody>
          <a:bodyPr vert="horz">
            <a:noAutofit/>
          </a:bodyPr>
          <a:lstStyle>
            <a:lvl1pPr marL="0" indent="0">
              <a:lnSpc>
                <a:spcPct val="90000"/>
              </a:lnSpc>
              <a:spcAft>
                <a:spcPts val="750"/>
              </a:spcAft>
              <a:buNone/>
              <a:defRPr sz="1600" b="0">
                <a:solidFill>
                  <a:srgbClr val="737373"/>
                </a:solidFill>
              </a:defRPr>
            </a:lvl1pPr>
            <a:lvl2pPr marL="457200" indent="0">
              <a:buNone/>
              <a:defRPr sz="1600"/>
            </a:lvl2pPr>
          </a:lstStyle>
          <a:p>
            <a:pPr>
              <a:lnSpc>
                <a:spcPct val="90000"/>
              </a:lnSpc>
              <a:spcAft>
                <a:spcPts val="750"/>
              </a:spcAft>
            </a:pPr>
            <a:r>
              <a:rPr lang="en-US" sz="2000" b="1" dirty="0">
                <a:solidFill>
                  <a:srgbClr val="3C3C3B"/>
                </a:solidFill>
              </a:rPr>
              <a:t>Description</a:t>
            </a:r>
          </a:p>
          <a:p>
            <a:pPr>
              <a:lnSpc>
                <a:spcPct val="90000"/>
              </a:lnSpc>
              <a:spcAft>
                <a:spcPts val="750"/>
              </a:spcAft>
            </a:pPr>
            <a:r>
              <a:rPr lang="en-US" sz="1600" dirty="0">
                <a:solidFill>
                  <a:srgbClr val="3C3C3B"/>
                </a:solidFill>
              </a:rPr>
              <a:t>This is a placeholder text. </a:t>
            </a:r>
          </a:p>
        </p:txBody>
      </p:sp>
      <p:sp>
        <p:nvSpPr>
          <p:cNvPr id="67" name="Text Placeholder 3">
            <a:extLst>
              <a:ext uri="{FF2B5EF4-FFF2-40B4-BE49-F238E27FC236}">
                <a16:creationId xmlns:a16="http://schemas.microsoft.com/office/drawing/2014/main" id="{AD72481F-6EA1-0D47-A9D4-5D946615D333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2315077" y="4762500"/>
            <a:ext cx="1943438" cy="1416050"/>
          </a:xfrm>
          <a:prstGeom prst="rect">
            <a:avLst/>
          </a:prstGeom>
        </p:spPr>
        <p:txBody>
          <a:bodyPr vert="horz" anchor="b">
            <a:noAutofit/>
          </a:bodyPr>
          <a:lstStyle>
            <a:lvl1pPr marL="0" indent="0">
              <a:lnSpc>
                <a:spcPct val="90000"/>
              </a:lnSpc>
              <a:spcAft>
                <a:spcPts val="750"/>
              </a:spcAft>
              <a:buNone/>
              <a:defRPr sz="1600" b="0">
                <a:solidFill>
                  <a:srgbClr val="737373"/>
                </a:solidFill>
              </a:defRPr>
            </a:lvl1pPr>
            <a:lvl2pPr marL="457200" indent="0">
              <a:buNone/>
              <a:defRPr sz="1600"/>
            </a:lvl2pPr>
          </a:lstStyle>
          <a:p>
            <a:pPr>
              <a:lnSpc>
                <a:spcPct val="90000"/>
              </a:lnSpc>
              <a:spcAft>
                <a:spcPts val="750"/>
              </a:spcAft>
            </a:pPr>
            <a:r>
              <a:rPr lang="en-US" sz="2000" b="1" dirty="0">
                <a:solidFill>
                  <a:srgbClr val="3C3C3B"/>
                </a:solidFill>
              </a:rPr>
              <a:t>Description</a:t>
            </a:r>
          </a:p>
          <a:p>
            <a:pPr>
              <a:lnSpc>
                <a:spcPct val="90000"/>
              </a:lnSpc>
              <a:spcAft>
                <a:spcPts val="750"/>
              </a:spcAft>
            </a:pPr>
            <a:r>
              <a:rPr lang="en-US" sz="1600" dirty="0">
                <a:solidFill>
                  <a:srgbClr val="3C3C3B"/>
                </a:solidFill>
              </a:rPr>
              <a:t>This is a placeholder text. </a:t>
            </a:r>
          </a:p>
        </p:txBody>
      </p:sp>
      <p:sp>
        <p:nvSpPr>
          <p:cNvPr id="68" name="Text Placeholder 3">
            <a:extLst>
              <a:ext uri="{FF2B5EF4-FFF2-40B4-BE49-F238E27FC236}">
                <a16:creationId xmlns:a16="http://schemas.microsoft.com/office/drawing/2014/main" id="{3052959B-018D-4545-8E2B-93429D9EB3F1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731377" y="4762500"/>
            <a:ext cx="1943438" cy="1416050"/>
          </a:xfrm>
          <a:prstGeom prst="rect">
            <a:avLst/>
          </a:prstGeom>
        </p:spPr>
        <p:txBody>
          <a:bodyPr vert="horz" anchor="b">
            <a:noAutofit/>
          </a:bodyPr>
          <a:lstStyle>
            <a:lvl1pPr marL="0" indent="0">
              <a:lnSpc>
                <a:spcPct val="90000"/>
              </a:lnSpc>
              <a:spcAft>
                <a:spcPts val="750"/>
              </a:spcAft>
              <a:buNone/>
              <a:defRPr sz="1600" b="0">
                <a:solidFill>
                  <a:srgbClr val="737373"/>
                </a:solidFill>
              </a:defRPr>
            </a:lvl1pPr>
            <a:lvl2pPr marL="457200" indent="0">
              <a:buNone/>
              <a:defRPr sz="1600"/>
            </a:lvl2pPr>
          </a:lstStyle>
          <a:p>
            <a:pPr>
              <a:lnSpc>
                <a:spcPct val="90000"/>
              </a:lnSpc>
              <a:spcAft>
                <a:spcPts val="750"/>
              </a:spcAft>
            </a:pPr>
            <a:r>
              <a:rPr lang="en-US" sz="2000" b="1" dirty="0">
                <a:solidFill>
                  <a:srgbClr val="3C3C3B"/>
                </a:solidFill>
              </a:rPr>
              <a:t>Description</a:t>
            </a:r>
          </a:p>
          <a:p>
            <a:pPr>
              <a:lnSpc>
                <a:spcPct val="90000"/>
              </a:lnSpc>
              <a:spcAft>
                <a:spcPts val="750"/>
              </a:spcAft>
            </a:pPr>
            <a:r>
              <a:rPr lang="en-US" sz="1600" dirty="0">
                <a:solidFill>
                  <a:srgbClr val="3C3C3B"/>
                </a:solidFill>
              </a:rPr>
              <a:t>This is a placeholder text. </a:t>
            </a:r>
          </a:p>
        </p:txBody>
      </p:sp>
      <p:sp>
        <p:nvSpPr>
          <p:cNvPr id="69" name="Text Placeholder 3">
            <a:extLst>
              <a:ext uri="{FF2B5EF4-FFF2-40B4-BE49-F238E27FC236}">
                <a16:creationId xmlns:a16="http://schemas.microsoft.com/office/drawing/2014/main" id="{639A20CE-0D6D-EA4E-997F-B0B0A659F909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9147677" y="4762500"/>
            <a:ext cx="1943438" cy="1416050"/>
          </a:xfrm>
          <a:prstGeom prst="rect">
            <a:avLst/>
          </a:prstGeom>
        </p:spPr>
        <p:txBody>
          <a:bodyPr vert="horz" anchor="b">
            <a:noAutofit/>
          </a:bodyPr>
          <a:lstStyle>
            <a:lvl1pPr marL="0" indent="0">
              <a:lnSpc>
                <a:spcPct val="90000"/>
              </a:lnSpc>
              <a:spcAft>
                <a:spcPts val="750"/>
              </a:spcAft>
              <a:buNone/>
              <a:defRPr sz="1600" b="0">
                <a:solidFill>
                  <a:srgbClr val="737373"/>
                </a:solidFill>
              </a:defRPr>
            </a:lvl1pPr>
            <a:lvl2pPr marL="457200" indent="0">
              <a:buNone/>
              <a:defRPr sz="1600"/>
            </a:lvl2pPr>
          </a:lstStyle>
          <a:p>
            <a:pPr>
              <a:lnSpc>
                <a:spcPct val="90000"/>
              </a:lnSpc>
              <a:spcAft>
                <a:spcPts val="750"/>
              </a:spcAft>
            </a:pPr>
            <a:r>
              <a:rPr lang="en-US" sz="2000" b="1" dirty="0">
                <a:solidFill>
                  <a:srgbClr val="3C3C3B"/>
                </a:solidFill>
              </a:rPr>
              <a:t>Description</a:t>
            </a:r>
          </a:p>
          <a:p>
            <a:pPr>
              <a:lnSpc>
                <a:spcPct val="90000"/>
              </a:lnSpc>
              <a:spcAft>
                <a:spcPts val="750"/>
              </a:spcAft>
            </a:pPr>
            <a:r>
              <a:rPr lang="en-US" sz="1600" dirty="0">
                <a:solidFill>
                  <a:srgbClr val="3C3C3B"/>
                </a:solidFill>
              </a:rPr>
              <a:t>This is a placeholder text. </a:t>
            </a:r>
          </a:p>
        </p:txBody>
      </p:sp>
      <p:grpSp>
        <p:nvGrpSpPr>
          <p:cNvPr id="24" name="Gruppieren 6">
            <a:extLst>
              <a:ext uri="{FF2B5EF4-FFF2-40B4-BE49-F238E27FC236}">
                <a16:creationId xmlns:a16="http://schemas.microsoft.com/office/drawing/2014/main" id="{877A7044-181F-CD43-8A29-1B89AA5BE801}"/>
              </a:ext>
            </a:extLst>
          </p:cNvPr>
          <p:cNvGrpSpPr/>
          <p:nvPr/>
        </p:nvGrpSpPr>
        <p:grpSpPr>
          <a:xfrm>
            <a:off x="587877" y="2056686"/>
            <a:ext cx="10480915" cy="4148046"/>
            <a:chOff x="540000" y="1618968"/>
            <a:chExt cx="11263321" cy="4457700"/>
          </a:xfrm>
        </p:grpSpPr>
        <p:grpSp>
          <p:nvGrpSpPr>
            <p:cNvPr id="25" name="TIMELINE">
              <a:extLst>
                <a:ext uri="{FF2B5EF4-FFF2-40B4-BE49-F238E27FC236}">
                  <a16:creationId xmlns:a16="http://schemas.microsoft.com/office/drawing/2014/main" id="{7A6E5A09-E6DE-FE42-BDC8-C0A2A0E0BDC8}"/>
                </a:ext>
              </a:extLst>
            </p:cNvPr>
            <p:cNvGrpSpPr/>
            <p:nvPr/>
          </p:nvGrpSpPr>
          <p:grpSpPr bwMode="gray">
            <a:xfrm>
              <a:off x="540000" y="3591297"/>
              <a:ext cx="11263321" cy="520049"/>
              <a:chOff x="540000" y="3400125"/>
              <a:chExt cx="11263321" cy="520049"/>
            </a:xfrm>
          </p:grpSpPr>
          <p:sp>
            <p:nvSpPr>
              <p:cNvPr id="34" name="Arrow 1">
                <a:extLst>
                  <a:ext uri="{FF2B5EF4-FFF2-40B4-BE49-F238E27FC236}">
                    <a16:creationId xmlns:a16="http://schemas.microsoft.com/office/drawing/2014/main" id="{0C3FB9E5-2881-3C4E-961F-963C432D5553}"/>
                  </a:ext>
                </a:extLst>
              </p:cNvPr>
              <p:cNvSpPr>
                <a:spLocks noChangeArrowheads="1"/>
              </p:cNvSpPr>
              <p:nvPr/>
            </p:nvSpPr>
            <p:spPr bwMode="gray">
              <a:xfrm>
                <a:off x="540000" y="3400126"/>
                <a:ext cx="2088517" cy="520048"/>
              </a:xfrm>
              <a:prstGeom prst="homePlate">
                <a:avLst>
                  <a:gd name="adj" fmla="val 36314"/>
                </a:avLst>
              </a:prstGeom>
              <a:solidFill>
                <a:schemeClr val="bg1">
                  <a:lumMod val="95000"/>
                </a:schemeClr>
              </a:solidFill>
              <a:ln w="12700">
                <a:noFill/>
                <a:miter lim="800000"/>
                <a:headEnd/>
                <a:tailEnd/>
              </a:ln>
              <a:effectLst/>
            </p:spPr>
            <p:txBody>
              <a:bodyPr lIns="216000" tIns="108000" rIns="108000" bIns="108000" anchor="ctr">
                <a:noAutofit/>
              </a:bodyPr>
              <a:lstStyle/>
              <a:p>
                <a:pPr defTabSz="601266" eaLnBrk="0" hangingPunct="0"/>
                <a:r>
                  <a:rPr lang="en-US" sz="1500" b="1" dirty="0">
                    <a:solidFill>
                      <a:srgbClr val="394951"/>
                    </a:solidFill>
                    <a:cs typeface="Arial" charset="0"/>
                  </a:rPr>
                  <a:t>STEP 1</a:t>
                </a:r>
              </a:p>
            </p:txBody>
          </p:sp>
          <p:sp>
            <p:nvSpPr>
              <p:cNvPr id="35" name="Arrow 2">
                <a:extLst>
                  <a:ext uri="{FF2B5EF4-FFF2-40B4-BE49-F238E27FC236}">
                    <a16:creationId xmlns:a16="http://schemas.microsoft.com/office/drawing/2014/main" id="{99E7FC74-59E6-A14F-9FDB-CEB716FE1E1F}"/>
                  </a:ext>
                </a:extLst>
              </p:cNvPr>
              <p:cNvSpPr>
                <a:spLocks noChangeArrowheads="1"/>
              </p:cNvSpPr>
              <p:nvPr/>
            </p:nvSpPr>
            <p:spPr bwMode="gray">
              <a:xfrm>
                <a:off x="2374960" y="3400126"/>
                <a:ext cx="2088517" cy="520048"/>
              </a:xfrm>
              <a:prstGeom prst="chevron">
                <a:avLst>
                  <a:gd name="adj" fmla="val 35094"/>
                </a:avLst>
              </a:prstGeom>
              <a:solidFill>
                <a:schemeClr val="bg2"/>
              </a:solidFill>
              <a:ln w="12700">
                <a:noFill/>
                <a:miter lim="800000"/>
                <a:headEnd/>
                <a:tailEnd/>
              </a:ln>
              <a:effectLst/>
            </p:spPr>
            <p:txBody>
              <a:bodyPr lIns="216000" tIns="108000" rIns="108000" bIns="108000" anchor="ctr">
                <a:noAutofit/>
              </a:bodyPr>
              <a:lstStyle/>
              <a:p>
                <a:pPr defTabSz="601266" eaLnBrk="0" hangingPunct="0"/>
                <a:r>
                  <a:rPr lang="en-US" sz="1500" b="1" dirty="0">
                    <a:solidFill>
                      <a:srgbClr val="394951"/>
                    </a:solidFill>
                    <a:cs typeface="Arial" charset="0"/>
                  </a:rPr>
                  <a:t>STEP 2</a:t>
                </a:r>
              </a:p>
            </p:txBody>
          </p:sp>
          <p:sp>
            <p:nvSpPr>
              <p:cNvPr id="36" name="Arrow 3">
                <a:extLst>
                  <a:ext uri="{FF2B5EF4-FFF2-40B4-BE49-F238E27FC236}">
                    <a16:creationId xmlns:a16="http://schemas.microsoft.com/office/drawing/2014/main" id="{7ADF6872-330B-864B-9AAA-07459B54E7DA}"/>
                  </a:ext>
                </a:extLst>
              </p:cNvPr>
              <p:cNvSpPr>
                <a:spLocks noChangeArrowheads="1"/>
              </p:cNvSpPr>
              <p:nvPr/>
            </p:nvSpPr>
            <p:spPr bwMode="gray">
              <a:xfrm>
                <a:off x="4209922" y="3400126"/>
                <a:ext cx="2088517" cy="520048"/>
              </a:xfrm>
              <a:prstGeom prst="chevron">
                <a:avLst>
                  <a:gd name="adj" fmla="val 35094"/>
                </a:avLst>
              </a:prstGeom>
              <a:solidFill>
                <a:srgbClr val="CECECE"/>
              </a:solidFill>
              <a:ln w="12700">
                <a:noFill/>
                <a:miter lim="800000"/>
                <a:headEnd/>
                <a:tailEnd/>
              </a:ln>
              <a:effectLst/>
            </p:spPr>
            <p:txBody>
              <a:bodyPr lIns="216000" tIns="108000" rIns="108000" bIns="108000" anchor="ctr">
                <a:noAutofit/>
              </a:bodyPr>
              <a:lstStyle/>
              <a:p>
                <a:pPr defTabSz="601266" eaLnBrk="0" hangingPunct="0"/>
                <a:r>
                  <a:rPr lang="en-US" sz="1500" b="1" dirty="0">
                    <a:solidFill>
                      <a:srgbClr val="394951"/>
                    </a:solidFill>
                    <a:cs typeface="Arial" charset="0"/>
                  </a:rPr>
                  <a:t>STEP 3</a:t>
                </a:r>
              </a:p>
            </p:txBody>
          </p:sp>
          <p:sp>
            <p:nvSpPr>
              <p:cNvPr id="37" name="Arrow 4">
                <a:extLst>
                  <a:ext uri="{FF2B5EF4-FFF2-40B4-BE49-F238E27FC236}">
                    <a16:creationId xmlns:a16="http://schemas.microsoft.com/office/drawing/2014/main" id="{7EF50125-F525-E940-ACFC-006F72EB4030}"/>
                  </a:ext>
                </a:extLst>
              </p:cNvPr>
              <p:cNvSpPr>
                <a:spLocks noChangeArrowheads="1"/>
              </p:cNvSpPr>
              <p:nvPr/>
            </p:nvSpPr>
            <p:spPr bwMode="gray">
              <a:xfrm>
                <a:off x="6044882" y="3400126"/>
                <a:ext cx="2088517" cy="520048"/>
              </a:xfrm>
              <a:prstGeom prst="chevron">
                <a:avLst>
                  <a:gd name="adj" fmla="val 35094"/>
                </a:avLst>
              </a:prstGeom>
              <a:solidFill>
                <a:srgbClr val="999999"/>
              </a:solidFill>
              <a:ln w="12700">
                <a:noFill/>
                <a:miter lim="800000"/>
                <a:headEnd/>
                <a:tailEnd/>
              </a:ln>
              <a:effectLst/>
            </p:spPr>
            <p:txBody>
              <a:bodyPr lIns="216000" tIns="108000" rIns="108000" bIns="108000" anchor="ctr">
                <a:noAutofit/>
              </a:bodyPr>
              <a:lstStyle/>
              <a:p>
                <a:pPr defTabSz="601266" eaLnBrk="0" hangingPunct="0"/>
                <a:r>
                  <a:rPr lang="en-US" sz="1500" b="1" dirty="0">
                    <a:solidFill>
                      <a:schemeClr val="bg1"/>
                    </a:solidFill>
                    <a:cs typeface="Arial" charset="0"/>
                  </a:rPr>
                  <a:t>STEP 4</a:t>
                </a:r>
              </a:p>
            </p:txBody>
          </p:sp>
          <p:sp>
            <p:nvSpPr>
              <p:cNvPr id="38" name="Arrow 5">
                <a:extLst>
                  <a:ext uri="{FF2B5EF4-FFF2-40B4-BE49-F238E27FC236}">
                    <a16:creationId xmlns:a16="http://schemas.microsoft.com/office/drawing/2014/main" id="{2A2B3539-F247-194B-BA98-E953CB17CA79}"/>
                  </a:ext>
                </a:extLst>
              </p:cNvPr>
              <p:cNvSpPr>
                <a:spLocks noChangeArrowheads="1"/>
              </p:cNvSpPr>
              <p:nvPr/>
            </p:nvSpPr>
            <p:spPr bwMode="gray">
              <a:xfrm>
                <a:off x="7879844" y="3400126"/>
                <a:ext cx="2088517" cy="520048"/>
              </a:xfrm>
              <a:prstGeom prst="chevron">
                <a:avLst>
                  <a:gd name="adj" fmla="val 35094"/>
                </a:avLst>
              </a:prstGeom>
              <a:solidFill>
                <a:srgbClr val="737373"/>
              </a:solidFill>
              <a:ln w="12700">
                <a:noFill/>
                <a:miter lim="800000"/>
                <a:headEnd/>
                <a:tailEnd/>
              </a:ln>
              <a:effectLst/>
            </p:spPr>
            <p:txBody>
              <a:bodyPr lIns="216000" tIns="108000" rIns="108000" bIns="108000" anchor="ctr">
                <a:noAutofit/>
              </a:bodyPr>
              <a:lstStyle/>
              <a:p>
                <a:pPr defTabSz="601266" eaLnBrk="0" hangingPunct="0"/>
                <a:r>
                  <a:rPr lang="en-US" sz="1500" b="1" dirty="0">
                    <a:solidFill>
                      <a:schemeClr val="bg1"/>
                    </a:solidFill>
                    <a:cs typeface="Arial" charset="0"/>
                  </a:rPr>
                  <a:t>STEP 5</a:t>
                </a:r>
              </a:p>
            </p:txBody>
          </p:sp>
          <p:sp>
            <p:nvSpPr>
              <p:cNvPr id="39" name="Arrow 6">
                <a:extLst>
                  <a:ext uri="{FF2B5EF4-FFF2-40B4-BE49-F238E27FC236}">
                    <a16:creationId xmlns:a16="http://schemas.microsoft.com/office/drawing/2014/main" id="{B33535C8-2E16-FD4E-AAE8-6BF1195DCB7F}"/>
                  </a:ext>
                </a:extLst>
              </p:cNvPr>
              <p:cNvSpPr>
                <a:spLocks noChangeArrowheads="1"/>
              </p:cNvSpPr>
              <p:nvPr/>
            </p:nvSpPr>
            <p:spPr bwMode="gray">
              <a:xfrm>
                <a:off x="9714804" y="3400125"/>
                <a:ext cx="2088517" cy="520048"/>
              </a:xfrm>
              <a:prstGeom prst="chevron">
                <a:avLst>
                  <a:gd name="adj" fmla="val 35094"/>
                </a:avLst>
              </a:prstGeom>
              <a:solidFill>
                <a:srgbClr val="394951"/>
              </a:solidFill>
              <a:ln w="12700">
                <a:noFill/>
                <a:miter lim="800000"/>
                <a:headEnd/>
                <a:tailEnd/>
              </a:ln>
              <a:effectLst/>
            </p:spPr>
            <p:txBody>
              <a:bodyPr lIns="216000" tIns="108000" rIns="108000" bIns="108000" anchor="ctr">
                <a:noAutofit/>
              </a:bodyPr>
              <a:lstStyle/>
              <a:p>
                <a:pPr defTabSz="601266" eaLnBrk="0" hangingPunct="0"/>
                <a:r>
                  <a:rPr lang="en-US" sz="1500" b="1" dirty="0">
                    <a:solidFill>
                      <a:schemeClr val="bg1"/>
                    </a:solidFill>
                    <a:cs typeface="Arial" charset="0"/>
                  </a:rPr>
                  <a:t>STEP 6</a:t>
                </a:r>
              </a:p>
            </p:txBody>
          </p:sp>
        </p:grpSp>
        <p:sp>
          <p:nvSpPr>
            <p:cNvPr id="26" name="Line">
              <a:extLst>
                <a:ext uri="{FF2B5EF4-FFF2-40B4-BE49-F238E27FC236}">
                  <a16:creationId xmlns:a16="http://schemas.microsoft.com/office/drawing/2014/main" id="{A2751F86-1868-214F-BE45-C169EDA9D43C}"/>
                </a:ext>
              </a:extLst>
            </p:cNvPr>
            <p:cNvSpPr>
              <a:spLocks noChangeShapeType="1"/>
            </p:cNvSpPr>
            <p:nvPr/>
          </p:nvSpPr>
          <p:spPr bwMode="gray">
            <a:xfrm flipV="1">
              <a:off x="540000" y="1618968"/>
              <a:ext cx="0" cy="1704203"/>
            </a:xfrm>
            <a:prstGeom prst="line">
              <a:avLst/>
            </a:prstGeom>
            <a:noFill/>
            <a:ln w="9525">
              <a:solidFill>
                <a:schemeClr val="bg1">
                  <a:lumMod val="75000"/>
                </a:schemeClr>
              </a:solidFill>
              <a:prstDash val="solid"/>
              <a:miter lim="800000"/>
              <a:headEnd/>
              <a:tailEnd/>
            </a:ln>
          </p:spPr>
          <p:txBody>
            <a:bodyPr lIns="0" tIns="0" rIns="0" bIns="0">
              <a:noAutofit/>
            </a:bodyPr>
            <a:lstStyle/>
            <a:p>
              <a:endParaRPr lang="en-US" sz="1050" dirty="0">
                <a:solidFill>
                  <a:schemeClr val="accent4"/>
                </a:solidFill>
              </a:endParaRPr>
            </a:p>
          </p:txBody>
        </p:sp>
        <p:sp>
          <p:nvSpPr>
            <p:cNvPr id="27" name="Line">
              <a:extLst>
                <a:ext uri="{FF2B5EF4-FFF2-40B4-BE49-F238E27FC236}">
                  <a16:creationId xmlns:a16="http://schemas.microsoft.com/office/drawing/2014/main" id="{102ED534-E475-064B-B7DF-E421312F3E4E}"/>
                </a:ext>
              </a:extLst>
            </p:cNvPr>
            <p:cNvSpPr>
              <a:spLocks noChangeShapeType="1"/>
            </p:cNvSpPr>
            <p:nvPr/>
          </p:nvSpPr>
          <p:spPr bwMode="gray">
            <a:xfrm flipV="1">
              <a:off x="2374962" y="4381572"/>
              <a:ext cx="0" cy="1695096"/>
            </a:xfrm>
            <a:prstGeom prst="line">
              <a:avLst/>
            </a:prstGeom>
            <a:noFill/>
            <a:ln w="9525">
              <a:solidFill>
                <a:schemeClr val="bg1">
                  <a:lumMod val="75000"/>
                </a:schemeClr>
              </a:solidFill>
              <a:prstDash val="solid"/>
              <a:miter lim="800000"/>
              <a:headEnd/>
              <a:tailEnd/>
            </a:ln>
          </p:spPr>
          <p:txBody>
            <a:bodyPr lIns="0" tIns="0" rIns="0" bIns="0">
              <a:noAutofit/>
            </a:bodyPr>
            <a:lstStyle/>
            <a:p>
              <a:endParaRPr lang="en-US" sz="1050" dirty="0">
                <a:solidFill>
                  <a:schemeClr val="accent4"/>
                </a:solidFill>
              </a:endParaRPr>
            </a:p>
          </p:txBody>
        </p:sp>
        <p:sp>
          <p:nvSpPr>
            <p:cNvPr id="28" name="Line">
              <a:extLst>
                <a:ext uri="{FF2B5EF4-FFF2-40B4-BE49-F238E27FC236}">
                  <a16:creationId xmlns:a16="http://schemas.microsoft.com/office/drawing/2014/main" id="{FDD4F7E7-EBDA-DD45-9521-DE50E9973D64}"/>
                </a:ext>
              </a:extLst>
            </p:cNvPr>
            <p:cNvSpPr>
              <a:spLocks noChangeShapeType="1"/>
            </p:cNvSpPr>
            <p:nvPr/>
          </p:nvSpPr>
          <p:spPr bwMode="gray">
            <a:xfrm flipV="1">
              <a:off x="4209922" y="1618969"/>
              <a:ext cx="0" cy="1704202"/>
            </a:xfrm>
            <a:prstGeom prst="line">
              <a:avLst/>
            </a:prstGeom>
            <a:noFill/>
            <a:ln w="9525">
              <a:solidFill>
                <a:schemeClr val="bg1">
                  <a:lumMod val="75000"/>
                </a:schemeClr>
              </a:solidFill>
              <a:prstDash val="solid"/>
              <a:miter lim="800000"/>
              <a:headEnd/>
              <a:tailEnd/>
            </a:ln>
          </p:spPr>
          <p:txBody>
            <a:bodyPr lIns="0" tIns="0" rIns="0" bIns="0">
              <a:noAutofit/>
            </a:bodyPr>
            <a:lstStyle/>
            <a:p>
              <a:endParaRPr lang="en-US" sz="1050" dirty="0">
                <a:solidFill>
                  <a:schemeClr val="accent4"/>
                </a:solidFill>
              </a:endParaRPr>
            </a:p>
          </p:txBody>
        </p:sp>
        <p:sp>
          <p:nvSpPr>
            <p:cNvPr id="29" name="Line">
              <a:extLst>
                <a:ext uri="{FF2B5EF4-FFF2-40B4-BE49-F238E27FC236}">
                  <a16:creationId xmlns:a16="http://schemas.microsoft.com/office/drawing/2014/main" id="{700650A6-58E6-AB40-82F3-C0FC68404335}"/>
                </a:ext>
              </a:extLst>
            </p:cNvPr>
            <p:cNvSpPr>
              <a:spLocks noChangeShapeType="1"/>
            </p:cNvSpPr>
            <p:nvPr/>
          </p:nvSpPr>
          <p:spPr bwMode="gray">
            <a:xfrm flipV="1">
              <a:off x="7879844" y="1618969"/>
              <a:ext cx="0" cy="1704202"/>
            </a:xfrm>
            <a:prstGeom prst="line">
              <a:avLst/>
            </a:prstGeom>
            <a:noFill/>
            <a:ln w="9525">
              <a:solidFill>
                <a:schemeClr val="bg1">
                  <a:lumMod val="75000"/>
                </a:schemeClr>
              </a:solidFill>
              <a:prstDash val="solid"/>
              <a:miter lim="800000"/>
              <a:headEnd/>
              <a:tailEnd/>
            </a:ln>
          </p:spPr>
          <p:txBody>
            <a:bodyPr lIns="0" tIns="0" rIns="0" bIns="0">
              <a:noAutofit/>
            </a:bodyPr>
            <a:lstStyle/>
            <a:p>
              <a:endParaRPr lang="en-US" sz="1050" dirty="0">
                <a:solidFill>
                  <a:schemeClr val="accent4"/>
                </a:solidFill>
              </a:endParaRPr>
            </a:p>
          </p:txBody>
        </p:sp>
        <p:sp>
          <p:nvSpPr>
            <p:cNvPr id="30" name="Line">
              <a:extLst>
                <a:ext uri="{FF2B5EF4-FFF2-40B4-BE49-F238E27FC236}">
                  <a16:creationId xmlns:a16="http://schemas.microsoft.com/office/drawing/2014/main" id="{4FCB64BA-102A-3C45-99A3-357044D597E3}"/>
                </a:ext>
              </a:extLst>
            </p:cNvPr>
            <p:cNvSpPr>
              <a:spLocks noChangeShapeType="1"/>
            </p:cNvSpPr>
            <p:nvPr/>
          </p:nvSpPr>
          <p:spPr bwMode="gray">
            <a:xfrm flipV="1">
              <a:off x="6044883" y="4381572"/>
              <a:ext cx="0" cy="1695096"/>
            </a:xfrm>
            <a:prstGeom prst="line">
              <a:avLst/>
            </a:prstGeom>
            <a:noFill/>
            <a:ln w="9525">
              <a:solidFill>
                <a:schemeClr val="bg1">
                  <a:lumMod val="75000"/>
                </a:schemeClr>
              </a:solidFill>
              <a:prstDash val="solid"/>
              <a:miter lim="800000"/>
              <a:headEnd/>
              <a:tailEnd/>
            </a:ln>
          </p:spPr>
          <p:txBody>
            <a:bodyPr lIns="0" tIns="0" rIns="0" bIns="0">
              <a:noAutofit/>
            </a:bodyPr>
            <a:lstStyle/>
            <a:p>
              <a:endParaRPr lang="en-US" sz="1050" dirty="0">
                <a:solidFill>
                  <a:schemeClr val="accent4"/>
                </a:solidFill>
              </a:endParaRPr>
            </a:p>
          </p:txBody>
        </p:sp>
        <p:sp>
          <p:nvSpPr>
            <p:cNvPr id="31" name="Line">
              <a:extLst>
                <a:ext uri="{FF2B5EF4-FFF2-40B4-BE49-F238E27FC236}">
                  <a16:creationId xmlns:a16="http://schemas.microsoft.com/office/drawing/2014/main" id="{26DF1BE8-9C7F-6B46-8631-3E0A1F4D6C02}"/>
                </a:ext>
              </a:extLst>
            </p:cNvPr>
            <p:cNvSpPr>
              <a:spLocks noChangeShapeType="1"/>
            </p:cNvSpPr>
            <p:nvPr/>
          </p:nvSpPr>
          <p:spPr bwMode="gray">
            <a:xfrm flipV="1">
              <a:off x="9714804" y="4381572"/>
              <a:ext cx="0" cy="1695096"/>
            </a:xfrm>
            <a:prstGeom prst="line">
              <a:avLst/>
            </a:prstGeom>
            <a:noFill/>
            <a:ln w="9525">
              <a:solidFill>
                <a:schemeClr val="bg1">
                  <a:lumMod val="75000"/>
                </a:schemeClr>
              </a:solidFill>
              <a:prstDash val="solid"/>
              <a:miter lim="800000"/>
              <a:headEnd/>
              <a:tailEnd/>
            </a:ln>
          </p:spPr>
          <p:txBody>
            <a:bodyPr lIns="0" tIns="0" rIns="0" bIns="0">
              <a:noAutofit/>
            </a:bodyPr>
            <a:lstStyle/>
            <a:p>
              <a:endParaRPr lang="en-US" sz="1050" dirty="0">
                <a:solidFill>
                  <a:schemeClr val="accent4"/>
                </a:solidFill>
              </a:endParaRPr>
            </a:p>
          </p:txBody>
        </p:sp>
      </p:grpSp>
      <p:grpSp>
        <p:nvGrpSpPr>
          <p:cNvPr id="40" name="Gruppieren 6">
            <a:extLst>
              <a:ext uri="{FF2B5EF4-FFF2-40B4-BE49-F238E27FC236}">
                <a16:creationId xmlns:a16="http://schemas.microsoft.com/office/drawing/2014/main" id="{E8752935-7AE1-714E-8538-B2703C1971B4}"/>
              </a:ext>
            </a:extLst>
          </p:cNvPr>
          <p:cNvGrpSpPr/>
          <p:nvPr userDrawn="1"/>
        </p:nvGrpSpPr>
        <p:grpSpPr>
          <a:xfrm>
            <a:off x="587877" y="2056686"/>
            <a:ext cx="10480915" cy="4148046"/>
            <a:chOff x="540000" y="1618968"/>
            <a:chExt cx="11263321" cy="4457700"/>
          </a:xfrm>
        </p:grpSpPr>
        <p:grpSp>
          <p:nvGrpSpPr>
            <p:cNvPr id="42" name="TIMELINE">
              <a:extLst>
                <a:ext uri="{FF2B5EF4-FFF2-40B4-BE49-F238E27FC236}">
                  <a16:creationId xmlns:a16="http://schemas.microsoft.com/office/drawing/2014/main" id="{F1BD3191-A54E-1142-93A4-6A6CC9F84A43}"/>
                </a:ext>
              </a:extLst>
            </p:cNvPr>
            <p:cNvGrpSpPr/>
            <p:nvPr/>
          </p:nvGrpSpPr>
          <p:grpSpPr bwMode="gray">
            <a:xfrm>
              <a:off x="540000" y="3591297"/>
              <a:ext cx="11263321" cy="520049"/>
              <a:chOff x="540000" y="3400125"/>
              <a:chExt cx="11263321" cy="520049"/>
            </a:xfrm>
          </p:grpSpPr>
          <p:sp>
            <p:nvSpPr>
              <p:cNvPr id="60" name="Arrow 1">
                <a:extLst>
                  <a:ext uri="{FF2B5EF4-FFF2-40B4-BE49-F238E27FC236}">
                    <a16:creationId xmlns:a16="http://schemas.microsoft.com/office/drawing/2014/main" id="{03B34775-305B-3640-AA1D-362B6C52ABD0}"/>
                  </a:ext>
                </a:extLst>
              </p:cNvPr>
              <p:cNvSpPr>
                <a:spLocks noChangeArrowheads="1"/>
              </p:cNvSpPr>
              <p:nvPr/>
            </p:nvSpPr>
            <p:spPr bwMode="gray">
              <a:xfrm>
                <a:off x="540000" y="3400126"/>
                <a:ext cx="2088517" cy="520048"/>
              </a:xfrm>
              <a:prstGeom prst="homePlate">
                <a:avLst>
                  <a:gd name="adj" fmla="val 36314"/>
                </a:avLst>
              </a:prstGeom>
              <a:solidFill>
                <a:srgbClr val="E6ECF0"/>
              </a:solidFill>
              <a:ln w="12700">
                <a:noFill/>
                <a:miter lim="800000"/>
                <a:headEnd/>
                <a:tailEnd/>
              </a:ln>
              <a:effectLst/>
            </p:spPr>
            <p:txBody>
              <a:bodyPr lIns="216000" tIns="108000" rIns="108000" bIns="108000" anchor="ctr">
                <a:noAutofit/>
              </a:bodyPr>
              <a:lstStyle/>
              <a:p>
                <a:pPr defTabSz="601266" eaLnBrk="0" hangingPunct="0"/>
                <a:r>
                  <a:rPr lang="en-US" sz="1500" b="1" dirty="0">
                    <a:solidFill>
                      <a:schemeClr val="tx2"/>
                    </a:solidFill>
                    <a:cs typeface="Arial" charset="0"/>
                  </a:rPr>
                  <a:t>STEP 1</a:t>
                </a:r>
              </a:p>
            </p:txBody>
          </p:sp>
          <p:sp>
            <p:nvSpPr>
              <p:cNvPr id="61" name="Arrow 2">
                <a:extLst>
                  <a:ext uri="{FF2B5EF4-FFF2-40B4-BE49-F238E27FC236}">
                    <a16:creationId xmlns:a16="http://schemas.microsoft.com/office/drawing/2014/main" id="{5F7B57D2-3F46-7948-B6F4-E05C2E9AF157}"/>
                  </a:ext>
                </a:extLst>
              </p:cNvPr>
              <p:cNvSpPr>
                <a:spLocks noChangeArrowheads="1"/>
              </p:cNvSpPr>
              <p:nvPr/>
            </p:nvSpPr>
            <p:spPr bwMode="gray">
              <a:xfrm>
                <a:off x="2374960" y="3400126"/>
                <a:ext cx="2088517" cy="520048"/>
              </a:xfrm>
              <a:prstGeom prst="chevron">
                <a:avLst>
                  <a:gd name="adj" fmla="val 35094"/>
                </a:avLst>
              </a:prstGeom>
              <a:solidFill>
                <a:schemeClr val="tx2">
                  <a:lumMod val="20000"/>
                  <a:lumOff val="80000"/>
                </a:schemeClr>
              </a:solidFill>
              <a:ln w="12700">
                <a:noFill/>
                <a:miter lim="800000"/>
                <a:headEnd/>
                <a:tailEnd/>
              </a:ln>
              <a:effectLst/>
            </p:spPr>
            <p:txBody>
              <a:bodyPr lIns="216000" tIns="108000" rIns="108000" bIns="108000" anchor="ctr">
                <a:noAutofit/>
              </a:bodyPr>
              <a:lstStyle/>
              <a:p>
                <a:pPr defTabSz="601266" eaLnBrk="0" hangingPunct="0"/>
                <a:r>
                  <a:rPr lang="en-US" sz="1500" b="1" dirty="0">
                    <a:solidFill>
                      <a:schemeClr val="tx2"/>
                    </a:solidFill>
                    <a:cs typeface="Arial" charset="0"/>
                  </a:rPr>
                  <a:t>STEP 2</a:t>
                </a:r>
              </a:p>
            </p:txBody>
          </p:sp>
          <p:sp>
            <p:nvSpPr>
              <p:cNvPr id="62" name="Arrow 3">
                <a:extLst>
                  <a:ext uri="{FF2B5EF4-FFF2-40B4-BE49-F238E27FC236}">
                    <a16:creationId xmlns:a16="http://schemas.microsoft.com/office/drawing/2014/main" id="{FF64F88B-6C07-9B4C-83C3-CFC55163C9FD}"/>
                  </a:ext>
                </a:extLst>
              </p:cNvPr>
              <p:cNvSpPr>
                <a:spLocks noChangeArrowheads="1"/>
              </p:cNvSpPr>
              <p:nvPr/>
            </p:nvSpPr>
            <p:spPr bwMode="gray">
              <a:xfrm>
                <a:off x="4209922" y="3400126"/>
                <a:ext cx="2088517" cy="520048"/>
              </a:xfrm>
              <a:prstGeom prst="chevron">
                <a:avLst>
                  <a:gd name="adj" fmla="val 35094"/>
                </a:avLst>
              </a:prstGeom>
              <a:solidFill>
                <a:schemeClr val="tx2">
                  <a:lumMod val="40000"/>
                  <a:lumOff val="60000"/>
                </a:schemeClr>
              </a:solidFill>
              <a:ln w="12700">
                <a:noFill/>
                <a:miter lim="800000"/>
                <a:headEnd/>
                <a:tailEnd/>
              </a:ln>
              <a:effectLst/>
            </p:spPr>
            <p:txBody>
              <a:bodyPr lIns="216000" tIns="108000" rIns="108000" bIns="108000" anchor="ctr">
                <a:noAutofit/>
              </a:bodyPr>
              <a:lstStyle/>
              <a:p>
                <a:pPr defTabSz="601266" eaLnBrk="0" hangingPunct="0"/>
                <a:r>
                  <a:rPr lang="en-US" sz="1500" b="1" dirty="0">
                    <a:solidFill>
                      <a:schemeClr val="tx2"/>
                    </a:solidFill>
                    <a:cs typeface="Arial" charset="0"/>
                  </a:rPr>
                  <a:t>STEP 3</a:t>
                </a:r>
              </a:p>
            </p:txBody>
          </p:sp>
          <p:sp>
            <p:nvSpPr>
              <p:cNvPr id="63" name="Arrow 4">
                <a:extLst>
                  <a:ext uri="{FF2B5EF4-FFF2-40B4-BE49-F238E27FC236}">
                    <a16:creationId xmlns:a16="http://schemas.microsoft.com/office/drawing/2014/main" id="{82AC581E-1BBC-2A49-98B6-4193A2B358A7}"/>
                  </a:ext>
                </a:extLst>
              </p:cNvPr>
              <p:cNvSpPr>
                <a:spLocks noChangeArrowheads="1"/>
              </p:cNvSpPr>
              <p:nvPr/>
            </p:nvSpPr>
            <p:spPr bwMode="gray">
              <a:xfrm>
                <a:off x="6044882" y="3400126"/>
                <a:ext cx="2088517" cy="520048"/>
              </a:xfrm>
              <a:prstGeom prst="chevron">
                <a:avLst>
                  <a:gd name="adj" fmla="val 35094"/>
                </a:avLst>
              </a:prstGeom>
              <a:solidFill>
                <a:schemeClr val="tx2">
                  <a:lumMod val="60000"/>
                  <a:lumOff val="40000"/>
                </a:schemeClr>
              </a:solidFill>
              <a:ln w="12700">
                <a:noFill/>
                <a:miter lim="800000"/>
                <a:headEnd/>
                <a:tailEnd/>
              </a:ln>
              <a:effectLst/>
            </p:spPr>
            <p:txBody>
              <a:bodyPr lIns="216000" tIns="108000" rIns="108000" bIns="108000" anchor="ctr">
                <a:noAutofit/>
              </a:bodyPr>
              <a:lstStyle/>
              <a:p>
                <a:pPr defTabSz="601266" eaLnBrk="0" hangingPunct="0"/>
                <a:r>
                  <a:rPr lang="en-US" sz="1500" b="1" dirty="0">
                    <a:solidFill>
                      <a:schemeClr val="bg1"/>
                    </a:solidFill>
                    <a:cs typeface="Arial" charset="0"/>
                  </a:rPr>
                  <a:t>STEP 4</a:t>
                </a:r>
              </a:p>
            </p:txBody>
          </p:sp>
          <p:sp>
            <p:nvSpPr>
              <p:cNvPr id="64" name="Arrow 5">
                <a:extLst>
                  <a:ext uri="{FF2B5EF4-FFF2-40B4-BE49-F238E27FC236}">
                    <a16:creationId xmlns:a16="http://schemas.microsoft.com/office/drawing/2014/main" id="{8A247C2F-9063-1F42-99A0-665ACC30DD1B}"/>
                  </a:ext>
                </a:extLst>
              </p:cNvPr>
              <p:cNvSpPr>
                <a:spLocks noChangeArrowheads="1"/>
              </p:cNvSpPr>
              <p:nvPr/>
            </p:nvSpPr>
            <p:spPr bwMode="gray">
              <a:xfrm>
                <a:off x="7879844" y="3400126"/>
                <a:ext cx="2088517" cy="520048"/>
              </a:xfrm>
              <a:prstGeom prst="chevron">
                <a:avLst>
                  <a:gd name="adj" fmla="val 35094"/>
                </a:avLst>
              </a:prstGeom>
              <a:solidFill>
                <a:schemeClr val="tx2">
                  <a:lumMod val="75000"/>
                </a:schemeClr>
              </a:solidFill>
              <a:ln w="12700">
                <a:noFill/>
                <a:miter lim="800000"/>
                <a:headEnd/>
                <a:tailEnd/>
              </a:ln>
              <a:effectLst/>
            </p:spPr>
            <p:txBody>
              <a:bodyPr lIns="216000" tIns="108000" rIns="108000" bIns="108000" anchor="ctr">
                <a:noAutofit/>
              </a:bodyPr>
              <a:lstStyle/>
              <a:p>
                <a:pPr defTabSz="601266" eaLnBrk="0" hangingPunct="0"/>
                <a:r>
                  <a:rPr lang="en-US" sz="1500" b="1" dirty="0">
                    <a:solidFill>
                      <a:schemeClr val="bg1"/>
                    </a:solidFill>
                    <a:cs typeface="Arial" charset="0"/>
                  </a:rPr>
                  <a:t>STEP 5</a:t>
                </a:r>
              </a:p>
            </p:txBody>
          </p:sp>
          <p:sp>
            <p:nvSpPr>
              <p:cNvPr id="70" name="Arrow 6">
                <a:extLst>
                  <a:ext uri="{FF2B5EF4-FFF2-40B4-BE49-F238E27FC236}">
                    <a16:creationId xmlns:a16="http://schemas.microsoft.com/office/drawing/2014/main" id="{1372C1BA-0340-5B4E-99DB-62D041E2F2FA}"/>
                  </a:ext>
                </a:extLst>
              </p:cNvPr>
              <p:cNvSpPr>
                <a:spLocks noChangeArrowheads="1"/>
              </p:cNvSpPr>
              <p:nvPr/>
            </p:nvSpPr>
            <p:spPr bwMode="gray">
              <a:xfrm>
                <a:off x="9714804" y="3400125"/>
                <a:ext cx="2088517" cy="520048"/>
              </a:xfrm>
              <a:prstGeom prst="chevron">
                <a:avLst>
                  <a:gd name="adj" fmla="val 35094"/>
                </a:avLst>
              </a:prstGeom>
              <a:solidFill>
                <a:schemeClr val="tx2">
                  <a:lumMod val="50000"/>
                </a:schemeClr>
              </a:solidFill>
              <a:ln w="12700">
                <a:noFill/>
                <a:miter lim="800000"/>
                <a:headEnd/>
                <a:tailEnd/>
              </a:ln>
              <a:effectLst/>
            </p:spPr>
            <p:txBody>
              <a:bodyPr lIns="216000" tIns="108000" rIns="108000" bIns="108000" anchor="ctr">
                <a:noAutofit/>
              </a:bodyPr>
              <a:lstStyle/>
              <a:p>
                <a:pPr defTabSz="601266" eaLnBrk="0" hangingPunct="0"/>
                <a:r>
                  <a:rPr lang="en-US" sz="1500" b="1" dirty="0">
                    <a:solidFill>
                      <a:schemeClr val="bg1"/>
                    </a:solidFill>
                    <a:cs typeface="Arial" charset="0"/>
                  </a:rPr>
                  <a:t>STEP 6</a:t>
                </a:r>
              </a:p>
            </p:txBody>
          </p:sp>
        </p:grpSp>
        <p:sp>
          <p:nvSpPr>
            <p:cNvPr id="45" name="Line">
              <a:extLst>
                <a:ext uri="{FF2B5EF4-FFF2-40B4-BE49-F238E27FC236}">
                  <a16:creationId xmlns:a16="http://schemas.microsoft.com/office/drawing/2014/main" id="{75B33F13-2E1B-404F-BE0D-A747778E6FF6}"/>
                </a:ext>
              </a:extLst>
            </p:cNvPr>
            <p:cNvSpPr>
              <a:spLocks noChangeShapeType="1"/>
            </p:cNvSpPr>
            <p:nvPr/>
          </p:nvSpPr>
          <p:spPr bwMode="gray">
            <a:xfrm flipV="1">
              <a:off x="540000" y="1618968"/>
              <a:ext cx="0" cy="1704203"/>
            </a:xfrm>
            <a:prstGeom prst="line">
              <a:avLst/>
            </a:prstGeom>
            <a:noFill/>
            <a:ln w="9525">
              <a:solidFill>
                <a:schemeClr val="bg1">
                  <a:lumMod val="75000"/>
                </a:schemeClr>
              </a:solidFill>
              <a:prstDash val="solid"/>
              <a:miter lim="800000"/>
              <a:headEnd/>
              <a:tailEnd/>
            </a:ln>
          </p:spPr>
          <p:txBody>
            <a:bodyPr lIns="0" tIns="0" rIns="0" bIns="0">
              <a:noAutofit/>
            </a:bodyPr>
            <a:lstStyle/>
            <a:p>
              <a:endParaRPr lang="en-US" sz="1050" dirty="0">
                <a:solidFill>
                  <a:schemeClr val="accent4"/>
                </a:solidFill>
              </a:endParaRPr>
            </a:p>
          </p:txBody>
        </p:sp>
        <p:sp>
          <p:nvSpPr>
            <p:cNvPr id="47" name="Line">
              <a:extLst>
                <a:ext uri="{FF2B5EF4-FFF2-40B4-BE49-F238E27FC236}">
                  <a16:creationId xmlns:a16="http://schemas.microsoft.com/office/drawing/2014/main" id="{17C5ED7D-F4EC-F74A-9D76-9796C2549E50}"/>
                </a:ext>
              </a:extLst>
            </p:cNvPr>
            <p:cNvSpPr>
              <a:spLocks noChangeShapeType="1"/>
            </p:cNvSpPr>
            <p:nvPr/>
          </p:nvSpPr>
          <p:spPr bwMode="gray">
            <a:xfrm flipV="1">
              <a:off x="2374962" y="4381572"/>
              <a:ext cx="0" cy="1695096"/>
            </a:xfrm>
            <a:prstGeom prst="line">
              <a:avLst/>
            </a:prstGeom>
            <a:noFill/>
            <a:ln w="9525">
              <a:solidFill>
                <a:schemeClr val="bg1">
                  <a:lumMod val="75000"/>
                </a:schemeClr>
              </a:solidFill>
              <a:prstDash val="solid"/>
              <a:miter lim="800000"/>
              <a:headEnd/>
              <a:tailEnd/>
            </a:ln>
          </p:spPr>
          <p:txBody>
            <a:bodyPr lIns="0" tIns="0" rIns="0" bIns="0">
              <a:noAutofit/>
            </a:bodyPr>
            <a:lstStyle/>
            <a:p>
              <a:endParaRPr lang="en-US" sz="1050" dirty="0">
                <a:solidFill>
                  <a:schemeClr val="accent4"/>
                </a:solidFill>
              </a:endParaRPr>
            </a:p>
          </p:txBody>
        </p:sp>
        <p:sp>
          <p:nvSpPr>
            <p:cNvPr id="49" name="Line">
              <a:extLst>
                <a:ext uri="{FF2B5EF4-FFF2-40B4-BE49-F238E27FC236}">
                  <a16:creationId xmlns:a16="http://schemas.microsoft.com/office/drawing/2014/main" id="{B0811872-CC7E-DC43-99A2-011CDB646D7F}"/>
                </a:ext>
              </a:extLst>
            </p:cNvPr>
            <p:cNvSpPr>
              <a:spLocks noChangeShapeType="1"/>
            </p:cNvSpPr>
            <p:nvPr/>
          </p:nvSpPr>
          <p:spPr bwMode="gray">
            <a:xfrm flipV="1">
              <a:off x="4209922" y="1618969"/>
              <a:ext cx="0" cy="1704202"/>
            </a:xfrm>
            <a:prstGeom prst="line">
              <a:avLst/>
            </a:prstGeom>
            <a:noFill/>
            <a:ln w="9525">
              <a:solidFill>
                <a:schemeClr val="bg1">
                  <a:lumMod val="75000"/>
                </a:schemeClr>
              </a:solidFill>
              <a:prstDash val="solid"/>
              <a:miter lim="800000"/>
              <a:headEnd/>
              <a:tailEnd/>
            </a:ln>
          </p:spPr>
          <p:txBody>
            <a:bodyPr lIns="0" tIns="0" rIns="0" bIns="0">
              <a:noAutofit/>
            </a:bodyPr>
            <a:lstStyle/>
            <a:p>
              <a:endParaRPr lang="en-US" sz="1050" dirty="0">
                <a:solidFill>
                  <a:schemeClr val="accent4"/>
                </a:solidFill>
              </a:endParaRPr>
            </a:p>
          </p:txBody>
        </p:sp>
        <p:sp>
          <p:nvSpPr>
            <p:cNvPr id="51" name="Line">
              <a:extLst>
                <a:ext uri="{FF2B5EF4-FFF2-40B4-BE49-F238E27FC236}">
                  <a16:creationId xmlns:a16="http://schemas.microsoft.com/office/drawing/2014/main" id="{331455C9-B23C-2447-BBB4-10A5B7ED39AC}"/>
                </a:ext>
              </a:extLst>
            </p:cNvPr>
            <p:cNvSpPr>
              <a:spLocks noChangeShapeType="1"/>
            </p:cNvSpPr>
            <p:nvPr/>
          </p:nvSpPr>
          <p:spPr bwMode="gray">
            <a:xfrm flipV="1">
              <a:off x="7879844" y="1618969"/>
              <a:ext cx="0" cy="1704202"/>
            </a:xfrm>
            <a:prstGeom prst="line">
              <a:avLst/>
            </a:prstGeom>
            <a:noFill/>
            <a:ln w="9525">
              <a:solidFill>
                <a:schemeClr val="bg1">
                  <a:lumMod val="75000"/>
                </a:schemeClr>
              </a:solidFill>
              <a:prstDash val="solid"/>
              <a:miter lim="800000"/>
              <a:headEnd/>
              <a:tailEnd/>
            </a:ln>
          </p:spPr>
          <p:txBody>
            <a:bodyPr lIns="0" tIns="0" rIns="0" bIns="0">
              <a:noAutofit/>
            </a:bodyPr>
            <a:lstStyle/>
            <a:p>
              <a:endParaRPr lang="en-US" sz="1050" dirty="0">
                <a:solidFill>
                  <a:schemeClr val="accent4"/>
                </a:solidFill>
              </a:endParaRPr>
            </a:p>
          </p:txBody>
        </p:sp>
        <p:sp>
          <p:nvSpPr>
            <p:cNvPr id="58" name="Line">
              <a:extLst>
                <a:ext uri="{FF2B5EF4-FFF2-40B4-BE49-F238E27FC236}">
                  <a16:creationId xmlns:a16="http://schemas.microsoft.com/office/drawing/2014/main" id="{0AF5C9C3-231C-9747-97A0-13201288F9B9}"/>
                </a:ext>
              </a:extLst>
            </p:cNvPr>
            <p:cNvSpPr>
              <a:spLocks noChangeShapeType="1"/>
            </p:cNvSpPr>
            <p:nvPr/>
          </p:nvSpPr>
          <p:spPr bwMode="gray">
            <a:xfrm flipV="1">
              <a:off x="6044883" y="4381572"/>
              <a:ext cx="0" cy="1695096"/>
            </a:xfrm>
            <a:prstGeom prst="line">
              <a:avLst/>
            </a:prstGeom>
            <a:noFill/>
            <a:ln w="9525">
              <a:solidFill>
                <a:schemeClr val="bg1">
                  <a:lumMod val="75000"/>
                </a:schemeClr>
              </a:solidFill>
              <a:prstDash val="solid"/>
              <a:miter lim="800000"/>
              <a:headEnd/>
              <a:tailEnd/>
            </a:ln>
          </p:spPr>
          <p:txBody>
            <a:bodyPr lIns="0" tIns="0" rIns="0" bIns="0">
              <a:noAutofit/>
            </a:bodyPr>
            <a:lstStyle/>
            <a:p>
              <a:endParaRPr lang="en-US" sz="1050" dirty="0">
                <a:solidFill>
                  <a:schemeClr val="accent4"/>
                </a:solidFill>
              </a:endParaRPr>
            </a:p>
          </p:txBody>
        </p:sp>
        <p:sp>
          <p:nvSpPr>
            <p:cNvPr id="59" name="Line">
              <a:extLst>
                <a:ext uri="{FF2B5EF4-FFF2-40B4-BE49-F238E27FC236}">
                  <a16:creationId xmlns:a16="http://schemas.microsoft.com/office/drawing/2014/main" id="{BF7DA2D3-E47C-F64E-B713-D08B9E209264}"/>
                </a:ext>
              </a:extLst>
            </p:cNvPr>
            <p:cNvSpPr>
              <a:spLocks noChangeShapeType="1"/>
            </p:cNvSpPr>
            <p:nvPr/>
          </p:nvSpPr>
          <p:spPr bwMode="gray">
            <a:xfrm flipV="1">
              <a:off x="9714804" y="4381572"/>
              <a:ext cx="0" cy="1695096"/>
            </a:xfrm>
            <a:prstGeom prst="line">
              <a:avLst/>
            </a:prstGeom>
            <a:noFill/>
            <a:ln w="9525">
              <a:solidFill>
                <a:schemeClr val="bg1">
                  <a:lumMod val="75000"/>
                </a:schemeClr>
              </a:solidFill>
              <a:prstDash val="solid"/>
              <a:miter lim="800000"/>
              <a:headEnd/>
              <a:tailEnd/>
            </a:ln>
          </p:spPr>
          <p:txBody>
            <a:bodyPr lIns="0" tIns="0" rIns="0" bIns="0">
              <a:noAutofit/>
            </a:bodyPr>
            <a:lstStyle/>
            <a:p>
              <a:endParaRPr lang="en-US" sz="1050" dirty="0">
                <a:solidFill>
                  <a:schemeClr val="accent4"/>
                </a:solidFill>
              </a:endParaRPr>
            </a:p>
          </p:txBody>
        </p:sp>
      </p:grp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BF8461B-D25A-9379-1490-2A34DC85684E}"/>
              </a:ext>
            </a:extLst>
          </p:cNvPr>
          <p:cNvSpPr>
            <a:spLocks noGrp="1"/>
          </p:cNvSpPr>
          <p:nvPr>
            <p:ph type="dt" sz="half" idx="18"/>
          </p:nvPr>
        </p:nvSpPr>
        <p:spPr/>
        <p:txBody>
          <a:bodyPr/>
          <a:lstStyle/>
          <a:p>
            <a:fld id="{BD93D066-653E-584C-A70F-7A37DE64DEDE}" type="datetimeyyyy">
              <a:rPr lang="en-PH" smtClean="0"/>
              <a:pPr/>
              <a:t>2026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8528813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Rectangle 79">
            <a:extLst>
              <a:ext uri="{FF2B5EF4-FFF2-40B4-BE49-F238E27FC236}">
                <a16:creationId xmlns:a16="http://schemas.microsoft.com/office/drawing/2014/main" id="{B1563E67-09E2-F444-858C-7E24039DA4F1}"/>
              </a:ext>
            </a:extLst>
          </p:cNvPr>
          <p:cNvSpPr/>
          <p:nvPr userDrawn="1"/>
        </p:nvSpPr>
        <p:spPr>
          <a:xfrm>
            <a:off x="3214194" y="2062168"/>
            <a:ext cx="7630346" cy="718019"/>
          </a:xfrm>
          <a:prstGeom prst="rect">
            <a:avLst/>
          </a:prstGeom>
          <a:solidFill>
            <a:srgbClr val="394951">
              <a:alpha val="1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84" name="Rectangle 83">
            <a:extLst>
              <a:ext uri="{FF2B5EF4-FFF2-40B4-BE49-F238E27FC236}">
                <a16:creationId xmlns:a16="http://schemas.microsoft.com/office/drawing/2014/main" id="{E273BD0A-F184-2D4A-8E7A-4C73D6EF9122}"/>
              </a:ext>
            </a:extLst>
          </p:cNvPr>
          <p:cNvSpPr/>
          <p:nvPr userDrawn="1"/>
        </p:nvSpPr>
        <p:spPr>
          <a:xfrm>
            <a:off x="3214194" y="2803148"/>
            <a:ext cx="7630346" cy="718019"/>
          </a:xfrm>
          <a:prstGeom prst="rect">
            <a:avLst/>
          </a:prstGeom>
          <a:solidFill>
            <a:srgbClr val="394951">
              <a:alpha val="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90" name="Rectangle 89">
            <a:extLst>
              <a:ext uri="{FF2B5EF4-FFF2-40B4-BE49-F238E27FC236}">
                <a16:creationId xmlns:a16="http://schemas.microsoft.com/office/drawing/2014/main" id="{EB56CF9E-20B0-1943-A93F-5E17147D5F34}"/>
              </a:ext>
            </a:extLst>
          </p:cNvPr>
          <p:cNvSpPr/>
          <p:nvPr userDrawn="1"/>
        </p:nvSpPr>
        <p:spPr>
          <a:xfrm>
            <a:off x="3214194" y="3544128"/>
            <a:ext cx="7630346" cy="718019"/>
          </a:xfrm>
          <a:prstGeom prst="rect">
            <a:avLst/>
          </a:prstGeom>
          <a:solidFill>
            <a:srgbClr val="394951">
              <a:alpha val="1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96" name="Rectangle 95">
            <a:extLst>
              <a:ext uri="{FF2B5EF4-FFF2-40B4-BE49-F238E27FC236}">
                <a16:creationId xmlns:a16="http://schemas.microsoft.com/office/drawing/2014/main" id="{595A8E77-E86E-A840-85C2-21064A4057C3}"/>
              </a:ext>
            </a:extLst>
          </p:cNvPr>
          <p:cNvSpPr/>
          <p:nvPr userDrawn="1"/>
        </p:nvSpPr>
        <p:spPr>
          <a:xfrm>
            <a:off x="3214194" y="4285108"/>
            <a:ext cx="7630346" cy="718019"/>
          </a:xfrm>
          <a:prstGeom prst="rect">
            <a:avLst/>
          </a:prstGeom>
          <a:solidFill>
            <a:srgbClr val="394951">
              <a:alpha val="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97" name="Rectangle 96">
            <a:extLst>
              <a:ext uri="{FF2B5EF4-FFF2-40B4-BE49-F238E27FC236}">
                <a16:creationId xmlns:a16="http://schemas.microsoft.com/office/drawing/2014/main" id="{1CA1D731-D82B-6D47-9255-073C25BC0B8A}"/>
              </a:ext>
            </a:extLst>
          </p:cNvPr>
          <p:cNvSpPr/>
          <p:nvPr userDrawn="1"/>
        </p:nvSpPr>
        <p:spPr>
          <a:xfrm>
            <a:off x="3214194" y="5026088"/>
            <a:ext cx="7630346" cy="718019"/>
          </a:xfrm>
          <a:prstGeom prst="rect">
            <a:avLst/>
          </a:prstGeom>
          <a:solidFill>
            <a:srgbClr val="394951">
              <a:alpha val="1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91" name="Rectangle 90">
            <a:extLst>
              <a:ext uri="{FF2B5EF4-FFF2-40B4-BE49-F238E27FC236}">
                <a16:creationId xmlns:a16="http://schemas.microsoft.com/office/drawing/2014/main" id="{45168E04-3B11-D542-9A86-C02466FBE672}"/>
              </a:ext>
            </a:extLst>
          </p:cNvPr>
          <p:cNvSpPr/>
          <p:nvPr/>
        </p:nvSpPr>
        <p:spPr>
          <a:xfrm>
            <a:off x="3214194" y="2062168"/>
            <a:ext cx="7630346" cy="718019"/>
          </a:xfrm>
          <a:prstGeom prst="rect">
            <a:avLst/>
          </a:prstGeom>
          <a:solidFill>
            <a:srgbClr val="394951">
              <a:alpha val="1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92" name="Rectangle 91">
            <a:extLst>
              <a:ext uri="{FF2B5EF4-FFF2-40B4-BE49-F238E27FC236}">
                <a16:creationId xmlns:a16="http://schemas.microsoft.com/office/drawing/2014/main" id="{CC6861D9-D464-5540-AADF-316A580A80E4}"/>
              </a:ext>
            </a:extLst>
          </p:cNvPr>
          <p:cNvSpPr/>
          <p:nvPr/>
        </p:nvSpPr>
        <p:spPr>
          <a:xfrm>
            <a:off x="3214194" y="2797894"/>
            <a:ext cx="7630346" cy="718019"/>
          </a:xfrm>
          <a:prstGeom prst="rect">
            <a:avLst/>
          </a:prstGeom>
          <a:solidFill>
            <a:srgbClr val="394951">
              <a:alpha val="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93" name="Rectangle 92">
            <a:extLst>
              <a:ext uri="{FF2B5EF4-FFF2-40B4-BE49-F238E27FC236}">
                <a16:creationId xmlns:a16="http://schemas.microsoft.com/office/drawing/2014/main" id="{9F6ED957-BABB-584F-98FC-5F0B371A0A79}"/>
              </a:ext>
            </a:extLst>
          </p:cNvPr>
          <p:cNvSpPr/>
          <p:nvPr/>
        </p:nvSpPr>
        <p:spPr>
          <a:xfrm>
            <a:off x="3214194" y="3544126"/>
            <a:ext cx="7630346" cy="718019"/>
          </a:xfrm>
          <a:prstGeom prst="rect">
            <a:avLst/>
          </a:prstGeom>
          <a:solidFill>
            <a:srgbClr val="394951">
              <a:alpha val="1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94" name="Rectangle 93">
            <a:extLst>
              <a:ext uri="{FF2B5EF4-FFF2-40B4-BE49-F238E27FC236}">
                <a16:creationId xmlns:a16="http://schemas.microsoft.com/office/drawing/2014/main" id="{CC625CBC-B8BF-304A-B813-17E6CB0A673B}"/>
              </a:ext>
            </a:extLst>
          </p:cNvPr>
          <p:cNvSpPr/>
          <p:nvPr/>
        </p:nvSpPr>
        <p:spPr>
          <a:xfrm>
            <a:off x="3214194" y="4279852"/>
            <a:ext cx="7630346" cy="718019"/>
          </a:xfrm>
          <a:prstGeom prst="rect">
            <a:avLst/>
          </a:prstGeom>
          <a:solidFill>
            <a:srgbClr val="394951">
              <a:alpha val="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95" name="Rectangle 94">
            <a:extLst>
              <a:ext uri="{FF2B5EF4-FFF2-40B4-BE49-F238E27FC236}">
                <a16:creationId xmlns:a16="http://schemas.microsoft.com/office/drawing/2014/main" id="{0A5AD311-C1B6-5F41-9A28-A009E0DB34FC}"/>
              </a:ext>
            </a:extLst>
          </p:cNvPr>
          <p:cNvSpPr/>
          <p:nvPr/>
        </p:nvSpPr>
        <p:spPr>
          <a:xfrm>
            <a:off x="3214194" y="5026088"/>
            <a:ext cx="7630346" cy="718019"/>
          </a:xfrm>
          <a:prstGeom prst="rect">
            <a:avLst/>
          </a:prstGeom>
          <a:solidFill>
            <a:srgbClr val="394951">
              <a:alpha val="1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A5ED40E-3BDF-834C-B342-0AACC13AADE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87481" y="395492"/>
            <a:ext cx="11042261" cy="715294"/>
          </a:xfrm>
        </p:spPr>
        <p:txBody>
          <a:bodyPr anchor="b">
            <a:noAutofit/>
          </a:bodyPr>
          <a:lstStyle>
            <a:lvl1pPr>
              <a:defRPr lang="en-US" b="1" smtClean="0">
                <a:effectLst/>
              </a:defRPr>
            </a:lvl1pPr>
          </a:lstStyle>
          <a:p>
            <a:r>
              <a:rPr lang="en-US" dirty="0"/>
              <a:t>Page Title Placeholder </a:t>
            </a:r>
            <a:endParaRPr lang="en-US" dirty="0">
              <a:solidFill>
                <a:srgbClr val="F7884F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27B582C0-F1B4-5E45-B235-6254D715FB52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86740" y="1121641"/>
            <a:ext cx="11043040" cy="478559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None/>
              <a:defRPr sz="2500">
                <a:solidFill>
                  <a:srgbClr val="394951"/>
                </a:solidFill>
              </a:defRPr>
            </a:lvl1pPr>
          </a:lstStyle>
          <a:p>
            <a:pPr lvl="0"/>
            <a:r>
              <a:rPr lang="en-US" dirty="0"/>
              <a:t>Subtitle Placeholder</a:t>
            </a:r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E4886E55-CD23-9249-AAEF-1C13B3F22805}"/>
              </a:ext>
            </a:extLst>
          </p:cNvPr>
          <p:cNvGrpSpPr/>
          <p:nvPr/>
        </p:nvGrpSpPr>
        <p:grpSpPr>
          <a:xfrm>
            <a:off x="3853826" y="1990216"/>
            <a:ext cx="949556" cy="3823133"/>
            <a:chOff x="2468433" y="4038600"/>
            <a:chExt cx="828692" cy="340321"/>
          </a:xfrm>
        </p:grpSpPr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120AFCE2-DAC9-5240-905D-8E15B5F425EE}"/>
                </a:ext>
              </a:extLst>
            </p:cNvPr>
            <p:cNvCxnSpPr/>
            <p:nvPr/>
          </p:nvCxnSpPr>
          <p:spPr>
            <a:xfrm>
              <a:off x="2468433" y="4038600"/>
              <a:ext cx="0" cy="340321"/>
            </a:xfrm>
            <a:prstGeom prst="line">
              <a:avLst/>
            </a:prstGeom>
            <a:ln w="12700" cap="rnd">
              <a:solidFill>
                <a:schemeClr val="tx1">
                  <a:lumMod val="20000"/>
                  <a:lumOff val="8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9050D217-E2EA-A149-A4D7-B7CDD878119D}"/>
                </a:ext>
              </a:extLst>
            </p:cNvPr>
            <p:cNvCxnSpPr/>
            <p:nvPr/>
          </p:nvCxnSpPr>
          <p:spPr>
            <a:xfrm>
              <a:off x="2882779" y="4038600"/>
              <a:ext cx="0" cy="340321"/>
            </a:xfrm>
            <a:prstGeom prst="line">
              <a:avLst/>
            </a:prstGeom>
            <a:ln w="12700" cap="rnd">
              <a:solidFill>
                <a:schemeClr val="tx1">
                  <a:lumMod val="20000"/>
                  <a:lumOff val="8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CFB8F2EB-7E11-094B-AB32-E7230C3B059E}"/>
                </a:ext>
              </a:extLst>
            </p:cNvPr>
            <p:cNvCxnSpPr/>
            <p:nvPr/>
          </p:nvCxnSpPr>
          <p:spPr>
            <a:xfrm>
              <a:off x="3297125" y="4038600"/>
              <a:ext cx="0" cy="340321"/>
            </a:xfrm>
            <a:prstGeom prst="line">
              <a:avLst/>
            </a:prstGeom>
            <a:ln w="12700" cap="rnd">
              <a:solidFill>
                <a:schemeClr val="tx1">
                  <a:lumMod val="20000"/>
                  <a:lumOff val="8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0" name="Group 19">
            <a:extLst>
              <a:ext uri="{FF2B5EF4-FFF2-40B4-BE49-F238E27FC236}">
                <a16:creationId xmlns:a16="http://schemas.microsoft.com/office/drawing/2014/main" id="{EB903C21-E7E1-2947-AB80-A6A984231A66}"/>
              </a:ext>
            </a:extLst>
          </p:cNvPr>
          <p:cNvGrpSpPr/>
          <p:nvPr/>
        </p:nvGrpSpPr>
        <p:grpSpPr>
          <a:xfrm>
            <a:off x="5809217" y="1990216"/>
            <a:ext cx="949556" cy="3823133"/>
            <a:chOff x="2468433" y="4038600"/>
            <a:chExt cx="828692" cy="340321"/>
          </a:xfrm>
        </p:grpSpPr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77BC5720-6DB2-ED48-8DFF-E113656F9BD9}"/>
                </a:ext>
              </a:extLst>
            </p:cNvPr>
            <p:cNvCxnSpPr/>
            <p:nvPr/>
          </p:nvCxnSpPr>
          <p:spPr>
            <a:xfrm>
              <a:off x="2468433" y="4038600"/>
              <a:ext cx="0" cy="340321"/>
            </a:xfrm>
            <a:prstGeom prst="line">
              <a:avLst/>
            </a:prstGeom>
            <a:ln w="12700" cap="rnd">
              <a:solidFill>
                <a:schemeClr val="tx1">
                  <a:lumMod val="20000"/>
                  <a:lumOff val="8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C3385D01-BEDD-A84B-9B47-30F8D2A254B8}"/>
                </a:ext>
              </a:extLst>
            </p:cNvPr>
            <p:cNvCxnSpPr/>
            <p:nvPr/>
          </p:nvCxnSpPr>
          <p:spPr>
            <a:xfrm>
              <a:off x="2882779" y="4038600"/>
              <a:ext cx="0" cy="340321"/>
            </a:xfrm>
            <a:prstGeom prst="line">
              <a:avLst/>
            </a:prstGeom>
            <a:ln w="12700" cap="rnd">
              <a:solidFill>
                <a:schemeClr val="tx1">
                  <a:lumMod val="20000"/>
                  <a:lumOff val="8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>
              <a:extLst>
                <a:ext uri="{FF2B5EF4-FFF2-40B4-BE49-F238E27FC236}">
                  <a16:creationId xmlns:a16="http://schemas.microsoft.com/office/drawing/2014/main" id="{457F6743-450C-084C-86B4-CEDF9FD5E904}"/>
                </a:ext>
              </a:extLst>
            </p:cNvPr>
            <p:cNvCxnSpPr/>
            <p:nvPr/>
          </p:nvCxnSpPr>
          <p:spPr>
            <a:xfrm>
              <a:off x="3297125" y="4038600"/>
              <a:ext cx="0" cy="340321"/>
            </a:xfrm>
            <a:prstGeom prst="line">
              <a:avLst/>
            </a:prstGeom>
            <a:ln w="12700" cap="rnd">
              <a:solidFill>
                <a:schemeClr val="tx1">
                  <a:lumMod val="20000"/>
                  <a:lumOff val="8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4" name="Group 23">
            <a:extLst>
              <a:ext uri="{FF2B5EF4-FFF2-40B4-BE49-F238E27FC236}">
                <a16:creationId xmlns:a16="http://schemas.microsoft.com/office/drawing/2014/main" id="{42F1ADE9-FEF3-A14A-B4C2-95C4E3C12AD0}"/>
              </a:ext>
            </a:extLst>
          </p:cNvPr>
          <p:cNvGrpSpPr/>
          <p:nvPr/>
        </p:nvGrpSpPr>
        <p:grpSpPr>
          <a:xfrm>
            <a:off x="7668267" y="1990216"/>
            <a:ext cx="949556" cy="3823133"/>
            <a:chOff x="2468433" y="4038600"/>
            <a:chExt cx="828692" cy="340321"/>
          </a:xfrm>
        </p:grpSpPr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2F0407F4-8E41-444B-A363-8688027FABE2}"/>
                </a:ext>
              </a:extLst>
            </p:cNvPr>
            <p:cNvCxnSpPr/>
            <p:nvPr/>
          </p:nvCxnSpPr>
          <p:spPr>
            <a:xfrm>
              <a:off x="2468433" y="4038600"/>
              <a:ext cx="0" cy="340321"/>
            </a:xfrm>
            <a:prstGeom prst="line">
              <a:avLst/>
            </a:prstGeom>
            <a:ln w="12700" cap="rnd">
              <a:solidFill>
                <a:schemeClr val="tx1">
                  <a:lumMod val="20000"/>
                  <a:lumOff val="8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Connector 25">
              <a:extLst>
                <a:ext uri="{FF2B5EF4-FFF2-40B4-BE49-F238E27FC236}">
                  <a16:creationId xmlns:a16="http://schemas.microsoft.com/office/drawing/2014/main" id="{7073C2E1-89AB-6D4A-BA67-F5E90160E9FC}"/>
                </a:ext>
              </a:extLst>
            </p:cNvPr>
            <p:cNvCxnSpPr/>
            <p:nvPr/>
          </p:nvCxnSpPr>
          <p:spPr>
            <a:xfrm>
              <a:off x="2882779" y="4038600"/>
              <a:ext cx="0" cy="340321"/>
            </a:xfrm>
            <a:prstGeom prst="line">
              <a:avLst/>
            </a:prstGeom>
            <a:ln w="12700" cap="rnd">
              <a:solidFill>
                <a:schemeClr val="tx1">
                  <a:lumMod val="20000"/>
                  <a:lumOff val="8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Connector 26">
              <a:extLst>
                <a:ext uri="{FF2B5EF4-FFF2-40B4-BE49-F238E27FC236}">
                  <a16:creationId xmlns:a16="http://schemas.microsoft.com/office/drawing/2014/main" id="{500F0CDC-804E-0D4E-8CC0-4CF26918B8F6}"/>
                </a:ext>
              </a:extLst>
            </p:cNvPr>
            <p:cNvCxnSpPr/>
            <p:nvPr/>
          </p:nvCxnSpPr>
          <p:spPr>
            <a:xfrm>
              <a:off x="3297125" y="4038600"/>
              <a:ext cx="0" cy="340321"/>
            </a:xfrm>
            <a:prstGeom prst="line">
              <a:avLst/>
            </a:prstGeom>
            <a:ln w="12700" cap="rnd">
              <a:solidFill>
                <a:schemeClr val="tx1">
                  <a:lumMod val="20000"/>
                  <a:lumOff val="8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8" name="Group 27">
            <a:extLst>
              <a:ext uri="{FF2B5EF4-FFF2-40B4-BE49-F238E27FC236}">
                <a16:creationId xmlns:a16="http://schemas.microsoft.com/office/drawing/2014/main" id="{14F6317F-1407-804D-9EA4-B5156F8AB153}"/>
              </a:ext>
            </a:extLst>
          </p:cNvPr>
          <p:cNvGrpSpPr/>
          <p:nvPr/>
        </p:nvGrpSpPr>
        <p:grpSpPr>
          <a:xfrm>
            <a:off x="9470044" y="1990216"/>
            <a:ext cx="949556" cy="3823133"/>
            <a:chOff x="2468433" y="4038600"/>
            <a:chExt cx="828692" cy="340321"/>
          </a:xfrm>
        </p:grpSpPr>
        <p:cxnSp>
          <p:nvCxnSpPr>
            <p:cNvPr id="29" name="Straight Connector 28">
              <a:extLst>
                <a:ext uri="{FF2B5EF4-FFF2-40B4-BE49-F238E27FC236}">
                  <a16:creationId xmlns:a16="http://schemas.microsoft.com/office/drawing/2014/main" id="{7E03F67A-713C-754E-8A3C-E2497E8592A2}"/>
                </a:ext>
              </a:extLst>
            </p:cNvPr>
            <p:cNvCxnSpPr/>
            <p:nvPr/>
          </p:nvCxnSpPr>
          <p:spPr>
            <a:xfrm>
              <a:off x="2468433" y="4038600"/>
              <a:ext cx="0" cy="340321"/>
            </a:xfrm>
            <a:prstGeom prst="line">
              <a:avLst/>
            </a:prstGeom>
            <a:ln w="12700" cap="rnd">
              <a:solidFill>
                <a:schemeClr val="tx1">
                  <a:lumMod val="20000"/>
                  <a:lumOff val="8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Connector 29">
              <a:extLst>
                <a:ext uri="{FF2B5EF4-FFF2-40B4-BE49-F238E27FC236}">
                  <a16:creationId xmlns:a16="http://schemas.microsoft.com/office/drawing/2014/main" id="{41B600AD-FF72-B143-B864-95C3E751EAE5}"/>
                </a:ext>
              </a:extLst>
            </p:cNvPr>
            <p:cNvCxnSpPr/>
            <p:nvPr/>
          </p:nvCxnSpPr>
          <p:spPr>
            <a:xfrm>
              <a:off x="2882779" y="4038600"/>
              <a:ext cx="0" cy="340321"/>
            </a:xfrm>
            <a:prstGeom prst="line">
              <a:avLst/>
            </a:prstGeom>
            <a:ln w="12700" cap="rnd">
              <a:solidFill>
                <a:schemeClr val="tx1">
                  <a:lumMod val="20000"/>
                  <a:lumOff val="8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Connector 30">
              <a:extLst>
                <a:ext uri="{FF2B5EF4-FFF2-40B4-BE49-F238E27FC236}">
                  <a16:creationId xmlns:a16="http://schemas.microsoft.com/office/drawing/2014/main" id="{8A526E62-E9E5-6D4C-B5C8-2828F5FB2010}"/>
                </a:ext>
              </a:extLst>
            </p:cNvPr>
            <p:cNvCxnSpPr/>
            <p:nvPr/>
          </p:nvCxnSpPr>
          <p:spPr>
            <a:xfrm>
              <a:off x="3297125" y="4038600"/>
              <a:ext cx="0" cy="340321"/>
            </a:xfrm>
            <a:prstGeom prst="line">
              <a:avLst/>
            </a:prstGeom>
            <a:ln w="12700" cap="rnd">
              <a:solidFill>
                <a:schemeClr val="tx1">
                  <a:lumMod val="20000"/>
                  <a:lumOff val="8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12524C48-C6AB-6741-9A61-977DC5EA4A70}"/>
              </a:ext>
            </a:extLst>
          </p:cNvPr>
          <p:cNvCxnSpPr>
            <a:cxnSpLocks/>
          </p:cNvCxnSpPr>
          <p:nvPr/>
        </p:nvCxnSpPr>
        <p:spPr>
          <a:xfrm>
            <a:off x="3439479" y="1978088"/>
            <a:ext cx="1" cy="3828489"/>
          </a:xfrm>
          <a:prstGeom prst="line">
            <a:avLst/>
          </a:prstGeom>
          <a:ln w="12700">
            <a:solidFill>
              <a:schemeClr val="bg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718E52FB-6824-1040-A708-7C8BEF363625}"/>
              </a:ext>
            </a:extLst>
          </p:cNvPr>
          <p:cNvCxnSpPr>
            <a:cxnSpLocks/>
          </p:cNvCxnSpPr>
          <p:nvPr/>
        </p:nvCxnSpPr>
        <p:spPr>
          <a:xfrm>
            <a:off x="5285255" y="1978088"/>
            <a:ext cx="1" cy="3828489"/>
          </a:xfrm>
          <a:prstGeom prst="line">
            <a:avLst/>
          </a:prstGeom>
          <a:ln w="12700">
            <a:solidFill>
              <a:schemeClr val="bg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B47FA3FC-570D-D74F-8961-01D361A07FB4}"/>
              </a:ext>
            </a:extLst>
          </p:cNvPr>
          <p:cNvCxnSpPr>
            <a:cxnSpLocks/>
          </p:cNvCxnSpPr>
          <p:nvPr/>
        </p:nvCxnSpPr>
        <p:spPr>
          <a:xfrm>
            <a:off x="7185314" y="1978088"/>
            <a:ext cx="1" cy="3828489"/>
          </a:xfrm>
          <a:prstGeom prst="line">
            <a:avLst/>
          </a:prstGeom>
          <a:ln w="12700">
            <a:solidFill>
              <a:schemeClr val="bg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292AF664-7AD7-3545-A0CE-A241F6D6A6F8}"/>
              </a:ext>
            </a:extLst>
          </p:cNvPr>
          <p:cNvCxnSpPr>
            <a:cxnSpLocks/>
          </p:cNvCxnSpPr>
          <p:nvPr/>
        </p:nvCxnSpPr>
        <p:spPr>
          <a:xfrm>
            <a:off x="9107227" y="1978088"/>
            <a:ext cx="1" cy="3828489"/>
          </a:xfrm>
          <a:prstGeom prst="line">
            <a:avLst/>
          </a:prstGeom>
          <a:ln w="12700">
            <a:solidFill>
              <a:schemeClr val="bg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Straight Connector 35">
            <a:extLst>
              <a:ext uri="{FF2B5EF4-FFF2-40B4-BE49-F238E27FC236}">
                <a16:creationId xmlns:a16="http://schemas.microsoft.com/office/drawing/2014/main" id="{53AC58F7-7693-FE4A-BC8A-89CEBF53063F}"/>
              </a:ext>
            </a:extLst>
          </p:cNvPr>
          <p:cNvCxnSpPr>
            <a:cxnSpLocks/>
          </p:cNvCxnSpPr>
          <p:nvPr/>
        </p:nvCxnSpPr>
        <p:spPr>
          <a:xfrm>
            <a:off x="10844540" y="1978088"/>
            <a:ext cx="1" cy="3828489"/>
          </a:xfrm>
          <a:prstGeom prst="line">
            <a:avLst/>
          </a:prstGeom>
          <a:ln w="12700">
            <a:solidFill>
              <a:schemeClr val="bg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4" name="Text Placeholder 3">
            <a:extLst>
              <a:ext uri="{FF2B5EF4-FFF2-40B4-BE49-F238E27FC236}">
                <a16:creationId xmlns:a16="http://schemas.microsoft.com/office/drawing/2014/main" id="{7C635BED-B6A6-7149-A6D8-DBB71F5BBEBD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87876" y="2057400"/>
            <a:ext cx="2419648" cy="620671"/>
          </a:xfrm>
          <a:prstGeom prst="rect">
            <a:avLst/>
          </a:prstGeom>
        </p:spPr>
        <p:txBody>
          <a:bodyPr vert="horz" anchor="ctr">
            <a:noAutofit/>
          </a:bodyPr>
          <a:lstStyle>
            <a:lvl1pPr marL="0" indent="0">
              <a:lnSpc>
                <a:spcPct val="90000"/>
              </a:lnSpc>
              <a:spcAft>
                <a:spcPts val="750"/>
              </a:spcAft>
              <a:buNone/>
              <a:defRPr sz="1600" b="0">
                <a:solidFill>
                  <a:srgbClr val="737373"/>
                </a:solidFill>
              </a:defRPr>
            </a:lvl1pPr>
            <a:lvl2pPr marL="457200" indent="0">
              <a:buNone/>
              <a:defRPr sz="1600"/>
            </a:lvl2pPr>
          </a:lstStyle>
          <a:p>
            <a:pPr>
              <a:lnSpc>
                <a:spcPct val="90000"/>
              </a:lnSpc>
              <a:spcAft>
                <a:spcPts val="750"/>
              </a:spcAft>
            </a:pPr>
            <a:r>
              <a:rPr lang="en-US" sz="1600" dirty="0">
                <a:solidFill>
                  <a:srgbClr val="3C3C3B"/>
                </a:solidFill>
              </a:rPr>
              <a:t>Subject 1</a:t>
            </a:r>
            <a:br>
              <a:rPr lang="en-US" sz="1600" dirty="0">
                <a:solidFill>
                  <a:srgbClr val="3C3C3B"/>
                </a:solidFill>
              </a:rPr>
            </a:br>
            <a:r>
              <a:rPr lang="en-US" sz="1600" dirty="0">
                <a:solidFill>
                  <a:srgbClr val="3C3C3B"/>
                </a:solidFill>
              </a:rPr>
              <a:t>This is a placeholder</a:t>
            </a:r>
          </a:p>
        </p:txBody>
      </p:sp>
      <p:sp>
        <p:nvSpPr>
          <p:cNvPr id="75" name="Text Placeholder 3">
            <a:extLst>
              <a:ext uri="{FF2B5EF4-FFF2-40B4-BE49-F238E27FC236}">
                <a16:creationId xmlns:a16="http://schemas.microsoft.com/office/drawing/2014/main" id="{3854E2B3-4B22-1E48-94AE-C2049D2A67F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87876" y="2819400"/>
            <a:ext cx="2419648" cy="620671"/>
          </a:xfrm>
          <a:prstGeom prst="rect">
            <a:avLst/>
          </a:prstGeom>
        </p:spPr>
        <p:txBody>
          <a:bodyPr vert="horz" anchor="ctr">
            <a:noAutofit/>
          </a:bodyPr>
          <a:lstStyle>
            <a:lvl1pPr marL="0" indent="0">
              <a:lnSpc>
                <a:spcPct val="90000"/>
              </a:lnSpc>
              <a:spcAft>
                <a:spcPts val="750"/>
              </a:spcAft>
              <a:buNone/>
              <a:defRPr sz="1600" b="0">
                <a:solidFill>
                  <a:srgbClr val="737373"/>
                </a:solidFill>
              </a:defRPr>
            </a:lvl1pPr>
            <a:lvl2pPr marL="457200" indent="0">
              <a:buNone/>
              <a:defRPr sz="1600"/>
            </a:lvl2pPr>
          </a:lstStyle>
          <a:p>
            <a:pPr>
              <a:lnSpc>
                <a:spcPct val="90000"/>
              </a:lnSpc>
              <a:spcAft>
                <a:spcPts val="750"/>
              </a:spcAft>
            </a:pPr>
            <a:r>
              <a:rPr lang="en-US" sz="1600" dirty="0">
                <a:solidFill>
                  <a:srgbClr val="3C3C3B"/>
                </a:solidFill>
              </a:rPr>
              <a:t>Subject 2</a:t>
            </a:r>
            <a:br>
              <a:rPr lang="en-US" sz="1600" dirty="0">
                <a:solidFill>
                  <a:srgbClr val="3C3C3B"/>
                </a:solidFill>
              </a:rPr>
            </a:br>
            <a:r>
              <a:rPr lang="en-US" sz="1600" dirty="0">
                <a:solidFill>
                  <a:srgbClr val="3C3C3B"/>
                </a:solidFill>
              </a:rPr>
              <a:t>This is a placeholder</a:t>
            </a:r>
          </a:p>
        </p:txBody>
      </p:sp>
      <p:sp>
        <p:nvSpPr>
          <p:cNvPr id="76" name="Text Placeholder 3">
            <a:extLst>
              <a:ext uri="{FF2B5EF4-FFF2-40B4-BE49-F238E27FC236}">
                <a16:creationId xmlns:a16="http://schemas.microsoft.com/office/drawing/2014/main" id="{9DC18F9C-D86F-224F-8392-8EEF4E22A93C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87876" y="3556000"/>
            <a:ext cx="2419648" cy="620671"/>
          </a:xfrm>
          <a:prstGeom prst="rect">
            <a:avLst/>
          </a:prstGeom>
        </p:spPr>
        <p:txBody>
          <a:bodyPr vert="horz" anchor="ctr">
            <a:noAutofit/>
          </a:bodyPr>
          <a:lstStyle>
            <a:lvl1pPr marL="0" indent="0">
              <a:lnSpc>
                <a:spcPct val="90000"/>
              </a:lnSpc>
              <a:spcAft>
                <a:spcPts val="750"/>
              </a:spcAft>
              <a:buNone/>
              <a:defRPr sz="1600" b="0">
                <a:solidFill>
                  <a:srgbClr val="737373"/>
                </a:solidFill>
              </a:defRPr>
            </a:lvl1pPr>
            <a:lvl2pPr marL="457200" indent="0">
              <a:buNone/>
              <a:defRPr sz="1600"/>
            </a:lvl2pPr>
          </a:lstStyle>
          <a:p>
            <a:pPr>
              <a:lnSpc>
                <a:spcPct val="90000"/>
              </a:lnSpc>
              <a:spcAft>
                <a:spcPts val="750"/>
              </a:spcAft>
            </a:pPr>
            <a:r>
              <a:rPr lang="en-US" sz="1600" dirty="0">
                <a:solidFill>
                  <a:srgbClr val="3C3C3B"/>
                </a:solidFill>
              </a:rPr>
              <a:t>Subject 3</a:t>
            </a:r>
            <a:br>
              <a:rPr lang="en-US" sz="1600" dirty="0">
                <a:solidFill>
                  <a:srgbClr val="3C3C3B"/>
                </a:solidFill>
              </a:rPr>
            </a:br>
            <a:r>
              <a:rPr lang="en-US" sz="1600" dirty="0">
                <a:solidFill>
                  <a:srgbClr val="3C3C3B"/>
                </a:solidFill>
              </a:rPr>
              <a:t>This is a placeholder</a:t>
            </a:r>
          </a:p>
        </p:txBody>
      </p:sp>
      <p:sp>
        <p:nvSpPr>
          <p:cNvPr id="77" name="Text Placeholder 3">
            <a:extLst>
              <a:ext uri="{FF2B5EF4-FFF2-40B4-BE49-F238E27FC236}">
                <a16:creationId xmlns:a16="http://schemas.microsoft.com/office/drawing/2014/main" id="{D91B7531-A0F3-C447-9CB1-D61FFA247762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87876" y="4330700"/>
            <a:ext cx="2419648" cy="620671"/>
          </a:xfrm>
          <a:prstGeom prst="rect">
            <a:avLst/>
          </a:prstGeom>
        </p:spPr>
        <p:txBody>
          <a:bodyPr vert="horz" anchor="ctr">
            <a:noAutofit/>
          </a:bodyPr>
          <a:lstStyle>
            <a:lvl1pPr marL="0" indent="0">
              <a:lnSpc>
                <a:spcPct val="90000"/>
              </a:lnSpc>
              <a:spcAft>
                <a:spcPts val="750"/>
              </a:spcAft>
              <a:buNone/>
              <a:defRPr sz="1600" b="0">
                <a:solidFill>
                  <a:srgbClr val="737373"/>
                </a:solidFill>
              </a:defRPr>
            </a:lvl1pPr>
            <a:lvl2pPr marL="457200" indent="0">
              <a:buNone/>
              <a:defRPr sz="1600"/>
            </a:lvl2pPr>
          </a:lstStyle>
          <a:p>
            <a:pPr>
              <a:lnSpc>
                <a:spcPct val="90000"/>
              </a:lnSpc>
              <a:spcAft>
                <a:spcPts val="750"/>
              </a:spcAft>
            </a:pPr>
            <a:r>
              <a:rPr lang="en-US" sz="1600" dirty="0">
                <a:solidFill>
                  <a:srgbClr val="3C3C3B"/>
                </a:solidFill>
              </a:rPr>
              <a:t>Subject 4</a:t>
            </a:r>
            <a:br>
              <a:rPr lang="en-US" sz="1600" dirty="0">
                <a:solidFill>
                  <a:srgbClr val="3C3C3B"/>
                </a:solidFill>
              </a:rPr>
            </a:br>
            <a:r>
              <a:rPr lang="en-US" sz="1600" dirty="0">
                <a:solidFill>
                  <a:srgbClr val="3C3C3B"/>
                </a:solidFill>
              </a:rPr>
              <a:t>This is a placeholder</a:t>
            </a:r>
          </a:p>
        </p:txBody>
      </p:sp>
      <p:sp>
        <p:nvSpPr>
          <p:cNvPr id="78" name="Text Placeholder 3">
            <a:extLst>
              <a:ext uri="{FF2B5EF4-FFF2-40B4-BE49-F238E27FC236}">
                <a16:creationId xmlns:a16="http://schemas.microsoft.com/office/drawing/2014/main" id="{A466836D-C3D2-0849-996D-BFD934F915C2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87876" y="5130800"/>
            <a:ext cx="2419648" cy="620671"/>
          </a:xfrm>
          <a:prstGeom prst="rect">
            <a:avLst/>
          </a:prstGeom>
        </p:spPr>
        <p:txBody>
          <a:bodyPr vert="horz" anchor="ctr">
            <a:noAutofit/>
          </a:bodyPr>
          <a:lstStyle>
            <a:lvl1pPr marL="0" indent="0">
              <a:lnSpc>
                <a:spcPct val="90000"/>
              </a:lnSpc>
              <a:spcAft>
                <a:spcPts val="750"/>
              </a:spcAft>
              <a:buNone/>
              <a:defRPr sz="1600" b="0">
                <a:solidFill>
                  <a:srgbClr val="737373"/>
                </a:solidFill>
              </a:defRPr>
            </a:lvl1pPr>
            <a:lvl2pPr marL="457200" indent="0">
              <a:buNone/>
              <a:defRPr sz="1600"/>
            </a:lvl2pPr>
          </a:lstStyle>
          <a:p>
            <a:pPr>
              <a:lnSpc>
                <a:spcPct val="90000"/>
              </a:lnSpc>
              <a:spcAft>
                <a:spcPts val="750"/>
              </a:spcAft>
            </a:pPr>
            <a:r>
              <a:rPr lang="en-US" sz="1600" dirty="0">
                <a:solidFill>
                  <a:srgbClr val="3C3C3B"/>
                </a:solidFill>
              </a:rPr>
              <a:t>Subject 5</a:t>
            </a:r>
            <a:br>
              <a:rPr lang="en-US" sz="1600" dirty="0">
                <a:solidFill>
                  <a:srgbClr val="3C3C3B"/>
                </a:solidFill>
              </a:rPr>
            </a:br>
            <a:r>
              <a:rPr lang="en-US" sz="1600" dirty="0">
                <a:solidFill>
                  <a:srgbClr val="3C3C3B"/>
                </a:solidFill>
              </a:rPr>
              <a:t>This is a placeholder</a:t>
            </a:r>
          </a:p>
        </p:txBody>
      </p:sp>
      <p:sp>
        <p:nvSpPr>
          <p:cNvPr id="81" name="Text Placeholder 80">
            <a:extLst>
              <a:ext uri="{FF2B5EF4-FFF2-40B4-BE49-F238E27FC236}">
                <a16:creationId xmlns:a16="http://schemas.microsoft.com/office/drawing/2014/main" id="{CCEA4F1E-C9DC-EF48-BDC0-145272CE2DE8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3588198" y="2826521"/>
            <a:ext cx="2318355" cy="339188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>
              <a:lnSpc>
                <a:spcPct val="90000"/>
              </a:lnSpc>
              <a:buNone/>
              <a:defRPr sz="1300">
                <a:solidFill>
                  <a:schemeClr val="bg2"/>
                </a:solidFill>
              </a:defRPr>
            </a:lvl1pPr>
          </a:lstStyle>
          <a:p>
            <a:pPr lvl="0"/>
            <a:r>
              <a:rPr lang="en-US" dirty="0"/>
              <a:t>Information here</a:t>
            </a:r>
            <a:br>
              <a:rPr lang="en-US" dirty="0"/>
            </a:br>
            <a:r>
              <a:rPr lang="en-US" dirty="0"/>
              <a:t>2 lines available</a:t>
            </a:r>
          </a:p>
        </p:txBody>
      </p:sp>
      <p:sp>
        <p:nvSpPr>
          <p:cNvPr id="82" name="Text Placeholder 80">
            <a:extLst>
              <a:ext uri="{FF2B5EF4-FFF2-40B4-BE49-F238E27FC236}">
                <a16:creationId xmlns:a16="http://schemas.microsoft.com/office/drawing/2014/main" id="{46E45373-D014-9745-B704-183745DD27F5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6344098" y="2826521"/>
            <a:ext cx="2318355" cy="339188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>
              <a:lnSpc>
                <a:spcPct val="90000"/>
              </a:lnSpc>
              <a:buNone/>
              <a:defRPr sz="1300">
                <a:solidFill>
                  <a:schemeClr val="bg2"/>
                </a:solidFill>
              </a:defRPr>
            </a:lvl1pPr>
          </a:lstStyle>
          <a:p>
            <a:pPr lvl="0"/>
            <a:r>
              <a:rPr lang="en-US" dirty="0"/>
              <a:t>Information here</a:t>
            </a:r>
            <a:br>
              <a:rPr lang="en-US" dirty="0"/>
            </a:br>
            <a:r>
              <a:rPr lang="en-US" dirty="0"/>
              <a:t>2 lines available</a:t>
            </a:r>
          </a:p>
        </p:txBody>
      </p:sp>
      <p:sp>
        <p:nvSpPr>
          <p:cNvPr id="83" name="Text Placeholder 80">
            <a:extLst>
              <a:ext uri="{FF2B5EF4-FFF2-40B4-BE49-F238E27FC236}">
                <a16:creationId xmlns:a16="http://schemas.microsoft.com/office/drawing/2014/main" id="{E3BC7637-81D8-E047-A07B-1575529F02E3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6610798" y="2166121"/>
            <a:ext cx="2318355" cy="339188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>
              <a:lnSpc>
                <a:spcPct val="90000"/>
              </a:lnSpc>
              <a:buNone/>
              <a:defRPr sz="1300">
                <a:solidFill>
                  <a:schemeClr val="bg2"/>
                </a:solidFill>
              </a:defRPr>
            </a:lvl1pPr>
          </a:lstStyle>
          <a:p>
            <a:pPr lvl="0"/>
            <a:r>
              <a:rPr lang="en-US" dirty="0"/>
              <a:t>Information here</a:t>
            </a:r>
            <a:br>
              <a:rPr lang="en-US" dirty="0"/>
            </a:br>
            <a:r>
              <a:rPr lang="en-US" dirty="0"/>
              <a:t>2 lines available</a:t>
            </a:r>
          </a:p>
        </p:txBody>
      </p:sp>
      <p:sp>
        <p:nvSpPr>
          <p:cNvPr id="85" name="Text Placeholder 80">
            <a:extLst>
              <a:ext uri="{FF2B5EF4-FFF2-40B4-BE49-F238E27FC236}">
                <a16:creationId xmlns:a16="http://schemas.microsoft.com/office/drawing/2014/main" id="{9DD81288-7DB3-774A-ACE8-8FDA4B1A23A8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3588198" y="3499621"/>
            <a:ext cx="2318355" cy="339188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>
              <a:lnSpc>
                <a:spcPct val="90000"/>
              </a:lnSpc>
              <a:buNone/>
              <a:defRPr sz="1300">
                <a:solidFill>
                  <a:schemeClr val="bg2"/>
                </a:solidFill>
              </a:defRPr>
            </a:lvl1pPr>
          </a:lstStyle>
          <a:p>
            <a:pPr lvl="0"/>
            <a:r>
              <a:rPr lang="en-US" dirty="0"/>
              <a:t>Information here</a:t>
            </a:r>
            <a:br>
              <a:rPr lang="en-US" dirty="0"/>
            </a:br>
            <a:r>
              <a:rPr lang="en-US" dirty="0"/>
              <a:t>2 lines available</a:t>
            </a:r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3ACA67FE-E27B-5141-868A-E310F8D2F308}"/>
              </a:ext>
            </a:extLst>
          </p:cNvPr>
          <p:cNvSpPr txBox="1"/>
          <p:nvPr/>
        </p:nvSpPr>
        <p:spPr>
          <a:xfrm>
            <a:off x="3439479" y="5942943"/>
            <a:ext cx="1845776" cy="338554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ctr"/>
            <a:r>
              <a:rPr lang="en-US" sz="1600" dirty="0">
                <a:solidFill>
                  <a:srgbClr val="737373"/>
                </a:solidFill>
              </a:rPr>
              <a:t>Q1</a:t>
            </a:r>
          </a:p>
        </p:txBody>
      </p:sp>
      <p:sp>
        <p:nvSpPr>
          <p:cNvPr id="87" name="TextBox 86">
            <a:extLst>
              <a:ext uri="{FF2B5EF4-FFF2-40B4-BE49-F238E27FC236}">
                <a16:creationId xmlns:a16="http://schemas.microsoft.com/office/drawing/2014/main" id="{89D73C7B-FCC3-8549-A146-E4AB8C204C3B}"/>
              </a:ext>
            </a:extLst>
          </p:cNvPr>
          <p:cNvSpPr txBox="1"/>
          <p:nvPr/>
        </p:nvSpPr>
        <p:spPr>
          <a:xfrm>
            <a:off x="5320832" y="5942943"/>
            <a:ext cx="1845776" cy="338554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ctr"/>
            <a:r>
              <a:rPr lang="en-US" sz="1600" dirty="0">
                <a:solidFill>
                  <a:srgbClr val="737373"/>
                </a:solidFill>
              </a:rPr>
              <a:t>Q2</a:t>
            </a:r>
          </a:p>
        </p:txBody>
      </p:sp>
      <p:sp>
        <p:nvSpPr>
          <p:cNvPr id="88" name="TextBox 87">
            <a:extLst>
              <a:ext uri="{FF2B5EF4-FFF2-40B4-BE49-F238E27FC236}">
                <a16:creationId xmlns:a16="http://schemas.microsoft.com/office/drawing/2014/main" id="{5EC91B4B-DC3D-2C41-9B3D-AA239CA83C59}"/>
              </a:ext>
            </a:extLst>
          </p:cNvPr>
          <p:cNvSpPr txBox="1"/>
          <p:nvPr/>
        </p:nvSpPr>
        <p:spPr>
          <a:xfrm>
            <a:off x="7265243" y="5942943"/>
            <a:ext cx="1845776" cy="338554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ctr"/>
            <a:r>
              <a:rPr lang="en-US" sz="1600" dirty="0">
                <a:solidFill>
                  <a:srgbClr val="737373"/>
                </a:solidFill>
              </a:rPr>
              <a:t>Q3</a:t>
            </a:r>
          </a:p>
        </p:txBody>
      </p:sp>
      <p:sp>
        <p:nvSpPr>
          <p:cNvPr id="89" name="TextBox 88">
            <a:extLst>
              <a:ext uri="{FF2B5EF4-FFF2-40B4-BE49-F238E27FC236}">
                <a16:creationId xmlns:a16="http://schemas.microsoft.com/office/drawing/2014/main" id="{4461367A-06A8-5741-B834-EC4BB704D47A}"/>
              </a:ext>
            </a:extLst>
          </p:cNvPr>
          <p:cNvSpPr txBox="1"/>
          <p:nvPr/>
        </p:nvSpPr>
        <p:spPr>
          <a:xfrm>
            <a:off x="9146596" y="5942943"/>
            <a:ext cx="1845776" cy="338554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ctr"/>
            <a:r>
              <a:rPr lang="en-US" sz="1600" dirty="0">
                <a:solidFill>
                  <a:srgbClr val="737373"/>
                </a:solidFill>
              </a:rPr>
              <a:t>Q4</a:t>
            </a:r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E706BAAE-A4B9-1849-81E7-BCD6CAB0E6EE}"/>
              </a:ext>
            </a:extLst>
          </p:cNvPr>
          <p:cNvSpPr/>
          <p:nvPr/>
        </p:nvSpPr>
        <p:spPr>
          <a:xfrm>
            <a:off x="3214194" y="2062168"/>
            <a:ext cx="7630346" cy="718019"/>
          </a:xfrm>
          <a:prstGeom prst="rect">
            <a:avLst/>
          </a:prstGeom>
          <a:solidFill>
            <a:srgbClr val="394951">
              <a:alpha val="1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97070A89-EBF4-774D-9668-ED8234298ED3}"/>
              </a:ext>
            </a:extLst>
          </p:cNvPr>
          <p:cNvSpPr/>
          <p:nvPr/>
        </p:nvSpPr>
        <p:spPr>
          <a:xfrm>
            <a:off x="3214194" y="2797894"/>
            <a:ext cx="7630346" cy="718019"/>
          </a:xfrm>
          <a:prstGeom prst="rect">
            <a:avLst/>
          </a:prstGeom>
          <a:solidFill>
            <a:srgbClr val="394951">
              <a:alpha val="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1268B0E4-877D-0445-A7D3-AB79AADACE4D}"/>
              </a:ext>
            </a:extLst>
          </p:cNvPr>
          <p:cNvSpPr/>
          <p:nvPr/>
        </p:nvSpPr>
        <p:spPr>
          <a:xfrm>
            <a:off x="3214194" y="3544126"/>
            <a:ext cx="7630346" cy="718019"/>
          </a:xfrm>
          <a:prstGeom prst="rect">
            <a:avLst/>
          </a:prstGeom>
          <a:solidFill>
            <a:srgbClr val="394951">
              <a:alpha val="1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CF72BEF4-FA8B-5349-A513-C607DF6DF667}"/>
              </a:ext>
            </a:extLst>
          </p:cNvPr>
          <p:cNvSpPr/>
          <p:nvPr/>
        </p:nvSpPr>
        <p:spPr>
          <a:xfrm>
            <a:off x="3214194" y="4279852"/>
            <a:ext cx="7630346" cy="718019"/>
          </a:xfrm>
          <a:prstGeom prst="rect">
            <a:avLst/>
          </a:prstGeom>
          <a:solidFill>
            <a:srgbClr val="394951">
              <a:alpha val="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4C6E35F8-1A05-E84B-8EF4-0A964F2A01E1}"/>
              </a:ext>
            </a:extLst>
          </p:cNvPr>
          <p:cNvSpPr/>
          <p:nvPr/>
        </p:nvSpPr>
        <p:spPr>
          <a:xfrm>
            <a:off x="3214194" y="5026088"/>
            <a:ext cx="7630346" cy="718019"/>
          </a:xfrm>
          <a:prstGeom prst="rect">
            <a:avLst/>
          </a:prstGeom>
          <a:solidFill>
            <a:srgbClr val="394951">
              <a:alpha val="1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/>
          </a:p>
        </p:txBody>
      </p:sp>
      <p:grpSp>
        <p:nvGrpSpPr>
          <p:cNvPr id="49" name="Group 48">
            <a:extLst>
              <a:ext uri="{FF2B5EF4-FFF2-40B4-BE49-F238E27FC236}">
                <a16:creationId xmlns:a16="http://schemas.microsoft.com/office/drawing/2014/main" id="{27CE89E9-3B90-3D42-9940-1D55C00C3C50}"/>
              </a:ext>
            </a:extLst>
          </p:cNvPr>
          <p:cNvGrpSpPr/>
          <p:nvPr/>
        </p:nvGrpSpPr>
        <p:grpSpPr>
          <a:xfrm>
            <a:off x="3853826" y="1990216"/>
            <a:ext cx="949556" cy="3823133"/>
            <a:chOff x="2468433" y="4038600"/>
            <a:chExt cx="828692" cy="340321"/>
          </a:xfrm>
        </p:grpSpPr>
        <p:cxnSp>
          <p:nvCxnSpPr>
            <p:cNvPr id="50" name="Straight Connector 49">
              <a:extLst>
                <a:ext uri="{FF2B5EF4-FFF2-40B4-BE49-F238E27FC236}">
                  <a16:creationId xmlns:a16="http://schemas.microsoft.com/office/drawing/2014/main" id="{E3A7FFBC-22C4-EE48-93C2-0D1F3EB59AAC}"/>
                </a:ext>
              </a:extLst>
            </p:cNvPr>
            <p:cNvCxnSpPr/>
            <p:nvPr/>
          </p:nvCxnSpPr>
          <p:spPr>
            <a:xfrm>
              <a:off x="2468433" y="4038600"/>
              <a:ext cx="0" cy="340321"/>
            </a:xfrm>
            <a:prstGeom prst="line">
              <a:avLst/>
            </a:prstGeom>
            <a:ln w="12700" cap="rnd">
              <a:solidFill>
                <a:schemeClr val="tx1">
                  <a:lumMod val="20000"/>
                  <a:lumOff val="8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" name="Straight Connector 50">
              <a:extLst>
                <a:ext uri="{FF2B5EF4-FFF2-40B4-BE49-F238E27FC236}">
                  <a16:creationId xmlns:a16="http://schemas.microsoft.com/office/drawing/2014/main" id="{742AF4AE-ACF2-4F41-BFFF-936ED152BB2E}"/>
                </a:ext>
              </a:extLst>
            </p:cNvPr>
            <p:cNvCxnSpPr/>
            <p:nvPr/>
          </p:nvCxnSpPr>
          <p:spPr>
            <a:xfrm>
              <a:off x="2882779" y="4038600"/>
              <a:ext cx="0" cy="340321"/>
            </a:xfrm>
            <a:prstGeom prst="line">
              <a:avLst/>
            </a:prstGeom>
            <a:ln w="12700" cap="rnd">
              <a:solidFill>
                <a:schemeClr val="tx1">
                  <a:lumMod val="20000"/>
                  <a:lumOff val="8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" name="Straight Connector 51">
              <a:extLst>
                <a:ext uri="{FF2B5EF4-FFF2-40B4-BE49-F238E27FC236}">
                  <a16:creationId xmlns:a16="http://schemas.microsoft.com/office/drawing/2014/main" id="{3C62F0E6-6B25-7B4D-BCEF-A0E7B8C91300}"/>
                </a:ext>
              </a:extLst>
            </p:cNvPr>
            <p:cNvCxnSpPr/>
            <p:nvPr/>
          </p:nvCxnSpPr>
          <p:spPr>
            <a:xfrm>
              <a:off x="3297125" y="4038600"/>
              <a:ext cx="0" cy="340321"/>
            </a:xfrm>
            <a:prstGeom prst="line">
              <a:avLst/>
            </a:prstGeom>
            <a:ln w="12700" cap="rnd">
              <a:solidFill>
                <a:schemeClr val="tx1">
                  <a:lumMod val="20000"/>
                  <a:lumOff val="8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53" name="Group 52">
            <a:extLst>
              <a:ext uri="{FF2B5EF4-FFF2-40B4-BE49-F238E27FC236}">
                <a16:creationId xmlns:a16="http://schemas.microsoft.com/office/drawing/2014/main" id="{12C40A8C-FD85-2047-B167-28A674ACD5F7}"/>
              </a:ext>
            </a:extLst>
          </p:cNvPr>
          <p:cNvGrpSpPr/>
          <p:nvPr/>
        </p:nvGrpSpPr>
        <p:grpSpPr>
          <a:xfrm>
            <a:off x="5809217" y="1990216"/>
            <a:ext cx="949556" cy="3823133"/>
            <a:chOff x="2468433" y="4038600"/>
            <a:chExt cx="828692" cy="340321"/>
          </a:xfrm>
        </p:grpSpPr>
        <p:cxnSp>
          <p:nvCxnSpPr>
            <p:cNvPr id="54" name="Straight Connector 53">
              <a:extLst>
                <a:ext uri="{FF2B5EF4-FFF2-40B4-BE49-F238E27FC236}">
                  <a16:creationId xmlns:a16="http://schemas.microsoft.com/office/drawing/2014/main" id="{DE84E91E-29C4-BF44-9B2B-1743FDA466C1}"/>
                </a:ext>
              </a:extLst>
            </p:cNvPr>
            <p:cNvCxnSpPr/>
            <p:nvPr/>
          </p:nvCxnSpPr>
          <p:spPr>
            <a:xfrm>
              <a:off x="2468433" y="4038600"/>
              <a:ext cx="0" cy="340321"/>
            </a:xfrm>
            <a:prstGeom prst="line">
              <a:avLst/>
            </a:prstGeom>
            <a:ln w="12700" cap="rnd">
              <a:solidFill>
                <a:schemeClr val="tx1">
                  <a:lumMod val="20000"/>
                  <a:lumOff val="8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" name="Straight Connector 54">
              <a:extLst>
                <a:ext uri="{FF2B5EF4-FFF2-40B4-BE49-F238E27FC236}">
                  <a16:creationId xmlns:a16="http://schemas.microsoft.com/office/drawing/2014/main" id="{DFE1175D-1798-774B-AE86-3D00277036A7}"/>
                </a:ext>
              </a:extLst>
            </p:cNvPr>
            <p:cNvCxnSpPr/>
            <p:nvPr/>
          </p:nvCxnSpPr>
          <p:spPr>
            <a:xfrm>
              <a:off x="2882779" y="4038600"/>
              <a:ext cx="0" cy="340321"/>
            </a:xfrm>
            <a:prstGeom prst="line">
              <a:avLst/>
            </a:prstGeom>
            <a:ln w="12700" cap="rnd">
              <a:solidFill>
                <a:schemeClr val="tx1">
                  <a:lumMod val="20000"/>
                  <a:lumOff val="8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" name="Straight Connector 55">
              <a:extLst>
                <a:ext uri="{FF2B5EF4-FFF2-40B4-BE49-F238E27FC236}">
                  <a16:creationId xmlns:a16="http://schemas.microsoft.com/office/drawing/2014/main" id="{968C799C-66CD-2346-AD93-6B370D495CC7}"/>
                </a:ext>
              </a:extLst>
            </p:cNvPr>
            <p:cNvCxnSpPr/>
            <p:nvPr/>
          </p:nvCxnSpPr>
          <p:spPr>
            <a:xfrm>
              <a:off x="3297125" y="4038600"/>
              <a:ext cx="0" cy="340321"/>
            </a:xfrm>
            <a:prstGeom prst="line">
              <a:avLst/>
            </a:prstGeom>
            <a:ln w="12700" cap="rnd">
              <a:solidFill>
                <a:schemeClr val="tx1">
                  <a:lumMod val="20000"/>
                  <a:lumOff val="8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57" name="Group 56">
            <a:extLst>
              <a:ext uri="{FF2B5EF4-FFF2-40B4-BE49-F238E27FC236}">
                <a16:creationId xmlns:a16="http://schemas.microsoft.com/office/drawing/2014/main" id="{C4D1D1E6-895E-4B45-B1F9-B01F86A55C79}"/>
              </a:ext>
            </a:extLst>
          </p:cNvPr>
          <p:cNvGrpSpPr/>
          <p:nvPr/>
        </p:nvGrpSpPr>
        <p:grpSpPr>
          <a:xfrm>
            <a:off x="7668267" y="1990216"/>
            <a:ext cx="949556" cy="3823133"/>
            <a:chOff x="2468433" y="4038600"/>
            <a:chExt cx="828692" cy="340321"/>
          </a:xfrm>
        </p:grpSpPr>
        <p:cxnSp>
          <p:nvCxnSpPr>
            <p:cNvPr id="58" name="Straight Connector 57">
              <a:extLst>
                <a:ext uri="{FF2B5EF4-FFF2-40B4-BE49-F238E27FC236}">
                  <a16:creationId xmlns:a16="http://schemas.microsoft.com/office/drawing/2014/main" id="{5666CBE9-58E4-114C-AB40-AE78BE9BF5C2}"/>
                </a:ext>
              </a:extLst>
            </p:cNvPr>
            <p:cNvCxnSpPr/>
            <p:nvPr/>
          </p:nvCxnSpPr>
          <p:spPr>
            <a:xfrm>
              <a:off x="2468433" y="4038600"/>
              <a:ext cx="0" cy="340321"/>
            </a:xfrm>
            <a:prstGeom prst="line">
              <a:avLst/>
            </a:prstGeom>
            <a:ln w="12700" cap="rnd">
              <a:solidFill>
                <a:schemeClr val="tx1">
                  <a:lumMod val="20000"/>
                  <a:lumOff val="8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" name="Straight Connector 58">
              <a:extLst>
                <a:ext uri="{FF2B5EF4-FFF2-40B4-BE49-F238E27FC236}">
                  <a16:creationId xmlns:a16="http://schemas.microsoft.com/office/drawing/2014/main" id="{8D01D5AD-C12D-B049-8B26-1824682A5E02}"/>
                </a:ext>
              </a:extLst>
            </p:cNvPr>
            <p:cNvCxnSpPr/>
            <p:nvPr/>
          </p:nvCxnSpPr>
          <p:spPr>
            <a:xfrm>
              <a:off x="2882779" y="4038600"/>
              <a:ext cx="0" cy="340321"/>
            </a:xfrm>
            <a:prstGeom prst="line">
              <a:avLst/>
            </a:prstGeom>
            <a:ln w="12700" cap="rnd">
              <a:solidFill>
                <a:schemeClr val="tx1">
                  <a:lumMod val="20000"/>
                  <a:lumOff val="8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" name="Straight Connector 59">
              <a:extLst>
                <a:ext uri="{FF2B5EF4-FFF2-40B4-BE49-F238E27FC236}">
                  <a16:creationId xmlns:a16="http://schemas.microsoft.com/office/drawing/2014/main" id="{BD7D925E-A4F8-7C46-AFF9-7A5F97C31CA8}"/>
                </a:ext>
              </a:extLst>
            </p:cNvPr>
            <p:cNvCxnSpPr/>
            <p:nvPr/>
          </p:nvCxnSpPr>
          <p:spPr>
            <a:xfrm>
              <a:off x="3297125" y="4038600"/>
              <a:ext cx="0" cy="340321"/>
            </a:xfrm>
            <a:prstGeom prst="line">
              <a:avLst/>
            </a:prstGeom>
            <a:ln w="12700" cap="rnd">
              <a:solidFill>
                <a:schemeClr val="tx1">
                  <a:lumMod val="20000"/>
                  <a:lumOff val="8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61" name="Group 60">
            <a:extLst>
              <a:ext uri="{FF2B5EF4-FFF2-40B4-BE49-F238E27FC236}">
                <a16:creationId xmlns:a16="http://schemas.microsoft.com/office/drawing/2014/main" id="{68970F5B-3607-174A-BE91-59BDF780AEF6}"/>
              </a:ext>
            </a:extLst>
          </p:cNvPr>
          <p:cNvGrpSpPr/>
          <p:nvPr/>
        </p:nvGrpSpPr>
        <p:grpSpPr>
          <a:xfrm>
            <a:off x="9470044" y="1990216"/>
            <a:ext cx="949556" cy="3823133"/>
            <a:chOff x="2468433" y="4038600"/>
            <a:chExt cx="828692" cy="340321"/>
          </a:xfrm>
        </p:grpSpPr>
        <p:cxnSp>
          <p:nvCxnSpPr>
            <p:cNvPr id="62" name="Straight Connector 61">
              <a:extLst>
                <a:ext uri="{FF2B5EF4-FFF2-40B4-BE49-F238E27FC236}">
                  <a16:creationId xmlns:a16="http://schemas.microsoft.com/office/drawing/2014/main" id="{40184F93-05BA-054F-A30B-B680E58A651F}"/>
                </a:ext>
              </a:extLst>
            </p:cNvPr>
            <p:cNvCxnSpPr/>
            <p:nvPr/>
          </p:nvCxnSpPr>
          <p:spPr>
            <a:xfrm>
              <a:off x="2468433" y="4038600"/>
              <a:ext cx="0" cy="340321"/>
            </a:xfrm>
            <a:prstGeom prst="line">
              <a:avLst/>
            </a:prstGeom>
            <a:ln w="12700" cap="rnd">
              <a:solidFill>
                <a:schemeClr val="tx1">
                  <a:lumMod val="20000"/>
                  <a:lumOff val="8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3" name="Straight Connector 62">
              <a:extLst>
                <a:ext uri="{FF2B5EF4-FFF2-40B4-BE49-F238E27FC236}">
                  <a16:creationId xmlns:a16="http://schemas.microsoft.com/office/drawing/2014/main" id="{2A906906-3B97-EF4F-85D5-D8C758365825}"/>
                </a:ext>
              </a:extLst>
            </p:cNvPr>
            <p:cNvCxnSpPr/>
            <p:nvPr/>
          </p:nvCxnSpPr>
          <p:spPr>
            <a:xfrm>
              <a:off x="2882779" y="4038600"/>
              <a:ext cx="0" cy="340321"/>
            </a:xfrm>
            <a:prstGeom prst="line">
              <a:avLst/>
            </a:prstGeom>
            <a:ln w="12700" cap="rnd">
              <a:solidFill>
                <a:schemeClr val="tx1">
                  <a:lumMod val="20000"/>
                  <a:lumOff val="8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4" name="Straight Connector 63">
              <a:extLst>
                <a:ext uri="{FF2B5EF4-FFF2-40B4-BE49-F238E27FC236}">
                  <a16:creationId xmlns:a16="http://schemas.microsoft.com/office/drawing/2014/main" id="{EE359F99-AA6C-214E-8D3D-14C5997BBF06}"/>
                </a:ext>
              </a:extLst>
            </p:cNvPr>
            <p:cNvCxnSpPr/>
            <p:nvPr/>
          </p:nvCxnSpPr>
          <p:spPr>
            <a:xfrm>
              <a:off x="3297125" y="4038600"/>
              <a:ext cx="0" cy="340321"/>
            </a:xfrm>
            <a:prstGeom prst="line">
              <a:avLst/>
            </a:prstGeom>
            <a:ln w="12700" cap="rnd">
              <a:solidFill>
                <a:schemeClr val="tx1">
                  <a:lumMod val="20000"/>
                  <a:lumOff val="8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65" name="Straight Connector 64">
            <a:extLst>
              <a:ext uri="{FF2B5EF4-FFF2-40B4-BE49-F238E27FC236}">
                <a16:creationId xmlns:a16="http://schemas.microsoft.com/office/drawing/2014/main" id="{AC5B7676-515F-9D48-821E-03665ABA4853}"/>
              </a:ext>
            </a:extLst>
          </p:cNvPr>
          <p:cNvCxnSpPr>
            <a:cxnSpLocks/>
          </p:cNvCxnSpPr>
          <p:nvPr/>
        </p:nvCxnSpPr>
        <p:spPr>
          <a:xfrm>
            <a:off x="3439479" y="1978088"/>
            <a:ext cx="1" cy="3828489"/>
          </a:xfrm>
          <a:prstGeom prst="line">
            <a:avLst/>
          </a:prstGeom>
          <a:ln w="12700">
            <a:solidFill>
              <a:schemeClr val="bg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" name="Straight Connector 65">
            <a:extLst>
              <a:ext uri="{FF2B5EF4-FFF2-40B4-BE49-F238E27FC236}">
                <a16:creationId xmlns:a16="http://schemas.microsoft.com/office/drawing/2014/main" id="{690BA16E-23CC-CA49-9331-DAE9DEADF2A1}"/>
              </a:ext>
            </a:extLst>
          </p:cNvPr>
          <p:cNvCxnSpPr>
            <a:cxnSpLocks/>
          </p:cNvCxnSpPr>
          <p:nvPr/>
        </p:nvCxnSpPr>
        <p:spPr>
          <a:xfrm>
            <a:off x="5285255" y="1978088"/>
            <a:ext cx="1" cy="3828489"/>
          </a:xfrm>
          <a:prstGeom prst="line">
            <a:avLst/>
          </a:prstGeom>
          <a:ln w="12700">
            <a:solidFill>
              <a:schemeClr val="bg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Straight Connector 66">
            <a:extLst>
              <a:ext uri="{FF2B5EF4-FFF2-40B4-BE49-F238E27FC236}">
                <a16:creationId xmlns:a16="http://schemas.microsoft.com/office/drawing/2014/main" id="{1E310795-569A-7C4A-8715-75DE4A3ECD0C}"/>
              </a:ext>
            </a:extLst>
          </p:cNvPr>
          <p:cNvCxnSpPr>
            <a:cxnSpLocks/>
          </p:cNvCxnSpPr>
          <p:nvPr/>
        </p:nvCxnSpPr>
        <p:spPr>
          <a:xfrm>
            <a:off x="7185314" y="1978088"/>
            <a:ext cx="1" cy="3828489"/>
          </a:xfrm>
          <a:prstGeom prst="line">
            <a:avLst/>
          </a:prstGeom>
          <a:ln w="12700">
            <a:solidFill>
              <a:schemeClr val="bg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8" name="Straight Connector 67">
            <a:extLst>
              <a:ext uri="{FF2B5EF4-FFF2-40B4-BE49-F238E27FC236}">
                <a16:creationId xmlns:a16="http://schemas.microsoft.com/office/drawing/2014/main" id="{4D6630CC-2986-654F-802E-CB30A151F607}"/>
              </a:ext>
            </a:extLst>
          </p:cNvPr>
          <p:cNvCxnSpPr>
            <a:cxnSpLocks/>
          </p:cNvCxnSpPr>
          <p:nvPr/>
        </p:nvCxnSpPr>
        <p:spPr>
          <a:xfrm>
            <a:off x="9107227" y="1978088"/>
            <a:ext cx="1" cy="3828489"/>
          </a:xfrm>
          <a:prstGeom prst="line">
            <a:avLst/>
          </a:prstGeom>
          <a:ln w="12700">
            <a:solidFill>
              <a:schemeClr val="bg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9" name="Straight Connector 68">
            <a:extLst>
              <a:ext uri="{FF2B5EF4-FFF2-40B4-BE49-F238E27FC236}">
                <a16:creationId xmlns:a16="http://schemas.microsoft.com/office/drawing/2014/main" id="{A789D430-0CC9-9D43-B325-92692452D944}"/>
              </a:ext>
            </a:extLst>
          </p:cNvPr>
          <p:cNvCxnSpPr>
            <a:cxnSpLocks/>
          </p:cNvCxnSpPr>
          <p:nvPr/>
        </p:nvCxnSpPr>
        <p:spPr>
          <a:xfrm>
            <a:off x="10844540" y="1978088"/>
            <a:ext cx="1" cy="3828489"/>
          </a:xfrm>
          <a:prstGeom prst="line">
            <a:avLst/>
          </a:prstGeom>
          <a:ln w="12700">
            <a:solidFill>
              <a:schemeClr val="bg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1" name="TextBox 70">
            <a:extLst>
              <a:ext uri="{FF2B5EF4-FFF2-40B4-BE49-F238E27FC236}">
                <a16:creationId xmlns:a16="http://schemas.microsoft.com/office/drawing/2014/main" id="{C29D7033-A453-074D-A580-A57230D1CB92}"/>
              </a:ext>
            </a:extLst>
          </p:cNvPr>
          <p:cNvSpPr txBox="1"/>
          <p:nvPr/>
        </p:nvSpPr>
        <p:spPr>
          <a:xfrm>
            <a:off x="3439479" y="5942943"/>
            <a:ext cx="1845776" cy="338554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ctr"/>
            <a:r>
              <a:rPr lang="en-US" sz="1600" dirty="0">
                <a:solidFill>
                  <a:srgbClr val="737373"/>
                </a:solidFill>
              </a:rPr>
              <a:t>Q1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8E418A7E-7BAA-924C-86BC-19D3A9B6D2C9}"/>
              </a:ext>
            </a:extLst>
          </p:cNvPr>
          <p:cNvSpPr txBox="1"/>
          <p:nvPr/>
        </p:nvSpPr>
        <p:spPr>
          <a:xfrm>
            <a:off x="5320832" y="5942943"/>
            <a:ext cx="1845776" cy="338554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ctr"/>
            <a:r>
              <a:rPr lang="en-US" sz="1600" dirty="0">
                <a:solidFill>
                  <a:srgbClr val="737373"/>
                </a:solidFill>
              </a:rPr>
              <a:t>Q2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B375A476-8853-604A-A600-946F7FCCEAF1}"/>
              </a:ext>
            </a:extLst>
          </p:cNvPr>
          <p:cNvSpPr txBox="1"/>
          <p:nvPr/>
        </p:nvSpPr>
        <p:spPr>
          <a:xfrm>
            <a:off x="7265243" y="5942943"/>
            <a:ext cx="1845776" cy="338554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ctr"/>
            <a:r>
              <a:rPr lang="en-US" sz="1600" dirty="0">
                <a:solidFill>
                  <a:srgbClr val="737373"/>
                </a:solidFill>
              </a:rPr>
              <a:t>Q3</a:t>
            </a:r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C9982117-52EF-9644-B620-65F2A921007E}"/>
              </a:ext>
            </a:extLst>
          </p:cNvPr>
          <p:cNvSpPr txBox="1"/>
          <p:nvPr/>
        </p:nvSpPr>
        <p:spPr>
          <a:xfrm>
            <a:off x="9146596" y="5942943"/>
            <a:ext cx="1845776" cy="338554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ctr"/>
            <a:r>
              <a:rPr lang="en-US" sz="1600" dirty="0">
                <a:solidFill>
                  <a:srgbClr val="737373"/>
                </a:solidFill>
              </a:rPr>
              <a:t>Q4</a:t>
            </a:r>
          </a:p>
        </p:txBody>
      </p:sp>
      <p:grpSp>
        <p:nvGrpSpPr>
          <p:cNvPr id="98" name="Group 97">
            <a:extLst>
              <a:ext uri="{FF2B5EF4-FFF2-40B4-BE49-F238E27FC236}">
                <a16:creationId xmlns:a16="http://schemas.microsoft.com/office/drawing/2014/main" id="{40A5FFCA-4660-2F47-B7BC-3CD1BF36A759}"/>
              </a:ext>
            </a:extLst>
          </p:cNvPr>
          <p:cNvGrpSpPr/>
          <p:nvPr userDrawn="1"/>
        </p:nvGrpSpPr>
        <p:grpSpPr>
          <a:xfrm>
            <a:off x="3853826" y="1990216"/>
            <a:ext cx="949556" cy="3823133"/>
            <a:chOff x="2468433" y="4038600"/>
            <a:chExt cx="828692" cy="340321"/>
          </a:xfrm>
        </p:grpSpPr>
        <p:cxnSp>
          <p:nvCxnSpPr>
            <p:cNvPr id="99" name="Straight Connector 98">
              <a:extLst>
                <a:ext uri="{FF2B5EF4-FFF2-40B4-BE49-F238E27FC236}">
                  <a16:creationId xmlns:a16="http://schemas.microsoft.com/office/drawing/2014/main" id="{9AD77AE8-B5A4-F54C-AF79-BBEBCA1226B9}"/>
                </a:ext>
              </a:extLst>
            </p:cNvPr>
            <p:cNvCxnSpPr/>
            <p:nvPr/>
          </p:nvCxnSpPr>
          <p:spPr>
            <a:xfrm>
              <a:off x="2468433" y="4038600"/>
              <a:ext cx="0" cy="340321"/>
            </a:xfrm>
            <a:prstGeom prst="line">
              <a:avLst/>
            </a:prstGeom>
            <a:ln w="12700" cap="rnd">
              <a:solidFill>
                <a:schemeClr val="accent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0" name="Straight Connector 99">
              <a:extLst>
                <a:ext uri="{FF2B5EF4-FFF2-40B4-BE49-F238E27FC236}">
                  <a16:creationId xmlns:a16="http://schemas.microsoft.com/office/drawing/2014/main" id="{0FCE602E-8406-B243-B4D5-AC0FD1277CB1}"/>
                </a:ext>
              </a:extLst>
            </p:cNvPr>
            <p:cNvCxnSpPr/>
            <p:nvPr/>
          </p:nvCxnSpPr>
          <p:spPr>
            <a:xfrm>
              <a:off x="2882779" y="4038600"/>
              <a:ext cx="0" cy="340321"/>
            </a:xfrm>
            <a:prstGeom prst="line">
              <a:avLst/>
            </a:prstGeom>
            <a:ln w="12700" cap="rnd">
              <a:solidFill>
                <a:schemeClr val="accent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1" name="Straight Connector 100">
              <a:extLst>
                <a:ext uri="{FF2B5EF4-FFF2-40B4-BE49-F238E27FC236}">
                  <a16:creationId xmlns:a16="http://schemas.microsoft.com/office/drawing/2014/main" id="{B89FD107-EE3D-D448-A4CB-9D0D1A3553EF}"/>
                </a:ext>
              </a:extLst>
            </p:cNvPr>
            <p:cNvCxnSpPr/>
            <p:nvPr/>
          </p:nvCxnSpPr>
          <p:spPr>
            <a:xfrm>
              <a:off x="3297125" y="4038600"/>
              <a:ext cx="0" cy="340321"/>
            </a:xfrm>
            <a:prstGeom prst="line">
              <a:avLst/>
            </a:prstGeom>
            <a:ln w="12700" cap="rnd">
              <a:solidFill>
                <a:schemeClr val="accent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02" name="Group 101">
            <a:extLst>
              <a:ext uri="{FF2B5EF4-FFF2-40B4-BE49-F238E27FC236}">
                <a16:creationId xmlns:a16="http://schemas.microsoft.com/office/drawing/2014/main" id="{9CD8E47B-A45E-1B49-917B-7965AEB652DA}"/>
              </a:ext>
            </a:extLst>
          </p:cNvPr>
          <p:cNvGrpSpPr/>
          <p:nvPr userDrawn="1"/>
        </p:nvGrpSpPr>
        <p:grpSpPr>
          <a:xfrm>
            <a:off x="5809217" y="1990216"/>
            <a:ext cx="949556" cy="3823133"/>
            <a:chOff x="2468433" y="4038600"/>
            <a:chExt cx="828692" cy="340321"/>
          </a:xfrm>
        </p:grpSpPr>
        <p:cxnSp>
          <p:nvCxnSpPr>
            <p:cNvPr id="103" name="Straight Connector 102">
              <a:extLst>
                <a:ext uri="{FF2B5EF4-FFF2-40B4-BE49-F238E27FC236}">
                  <a16:creationId xmlns:a16="http://schemas.microsoft.com/office/drawing/2014/main" id="{439EF452-132B-0E43-A993-58C254774726}"/>
                </a:ext>
              </a:extLst>
            </p:cNvPr>
            <p:cNvCxnSpPr/>
            <p:nvPr/>
          </p:nvCxnSpPr>
          <p:spPr>
            <a:xfrm>
              <a:off x="2468433" y="4038600"/>
              <a:ext cx="0" cy="340321"/>
            </a:xfrm>
            <a:prstGeom prst="line">
              <a:avLst/>
            </a:prstGeom>
            <a:ln w="12700" cap="rnd">
              <a:solidFill>
                <a:schemeClr val="tx1">
                  <a:lumMod val="20000"/>
                  <a:lumOff val="8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4" name="Straight Connector 103">
              <a:extLst>
                <a:ext uri="{FF2B5EF4-FFF2-40B4-BE49-F238E27FC236}">
                  <a16:creationId xmlns:a16="http://schemas.microsoft.com/office/drawing/2014/main" id="{921E1923-3840-1F40-BC08-0C2C7E05466D}"/>
                </a:ext>
              </a:extLst>
            </p:cNvPr>
            <p:cNvCxnSpPr/>
            <p:nvPr/>
          </p:nvCxnSpPr>
          <p:spPr>
            <a:xfrm>
              <a:off x="2882779" y="4038600"/>
              <a:ext cx="0" cy="340321"/>
            </a:xfrm>
            <a:prstGeom prst="line">
              <a:avLst/>
            </a:prstGeom>
            <a:ln w="12700" cap="rnd">
              <a:solidFill>
                <a:schemeClr val="tx1">
                  <a:lumMod val="20000"/>
                  <a:lumOff val="8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5" name="Straight Connector 104">
              <a:extLst>
                <a:ext uri="{FF2B5EF4-FFF2-40B4-BE49-F238E27FC236}">
                  <a16:creationId xmlns:a16="http://schemas.microsoft.com/office/drawing/2014/main" id="{BC12BB14-71E8-124E-A367-3BC1F1CD26C0}"/>
                </a:ext>
              </a:extLst>
            </p:cNvPr>
            <p:cNvCxnSpPr/>
            <p:nvPr/>
          </p:nvCxnSpPr>
          <p:spPr>
            <a:xfrm>
              <a:off x="3297125" y="4038600"/>
              <a:ext cx="0" cy="340321"/>
            </a:xfrm>
            <a:prstGeom prst="line">
              <a:avLst/>
            </a:prstGeom>
            <a:ln w="12700" cap="rnd">
              <a:solidFill>
                <a:schemeClr val="tx1">
                  <a:lumMod val="20000"/>
                  <a:lumOff val="8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06" name="Group 105">
            <a:extLst>
              <a:ext uri="{FF2B5EF4-FFF2-40B4-BE49-F238E27FC236}">
                <a16:creationId xmlns:a16="http://schemas.microsoft.com/office/drawing/2014/main" id="{EB067D3C-5FEC-A840-9D59-BF1317951ECB}"/>
              </a:ext>
            </a:extLst>
          </p:cNvPr>
          <p:cNvGrpSpPr/>
          <p:nvPr userDrawn="1"/>
        </p:nvGrpSpPr>
        <p:grpSpPr>
          <a:xfrm>
            <a:off x="7668267" y="1990216"/>
            <a:ext cx="949556" cy="3823133"/>
            <a:chOff x="2468433" y="4038600"/>
            <a:chExt cx="828692" cy="340321"/>
          </a:xfrm>
        </p:grpSpPr>
        <p:cxnSp>
          <p:nvCxnSpPr>
            <p:cNvPr id="107" name="Straight Connector 106">
              <a:extLst>
                <a:ext uri="{FF2B5EF4-FFF2-40B4-BE49-F238E27FC236}">
                  <a16:creationId xmlns:a16="http://schemas.microsoft.com/office/drawing/2014/main" id="{B9301103-E1BC-A34C-811D-A8AFCC89FC2F}"/>
                </a:ext>
              </a:extLst>
            </p:cNvPr>
            <p:cNvCxnSpPr/>
            <p:nvPr/>
          </p:nvCxnSpPr>
          <p:spPr>
            <a:xfrm>
              <a:off x="2468433" y="4038600"/>
              <a:ext cx="0" cy="340321"/>
            </a:xfrm>
            <a:prstGeom prst="line">
              <a:avLst/>
            </a:prstGeom>
            <a:ln w="12700" cap="rnd">
              <a:solidFill>
                <a:schemeClr val="tx1">
                  <a:lumMod val="20000"/>
                  <a:lumOff val="8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8" name="Straight Connector 107">
              <a:extLst>
                <a:ext uri="{FF2B5EF4-FFF2-40B4-BE49-F238E27FC236}">
                  <a16:creationId xmlns:a16="http://schemas.microsoft.com/office/drawing/2014/main" id="{A6392F70-E069-F944-90FE-25643099BE1E}"/>
                </a:ext>
              </a:extLst>
            </p:cNvPr>
            <p:cNvCxnSpPr/>
            <p:nvPr/>
          </p:nvCxnSpPr>
          <p:spPr>
            <a:xfrm>
              <a:off x="2882779" y="4038600"/>
              <a:ext cx="0" cy="340321"/>
            </a:xfrm>
            <a:prstGeom prst="line">
              <a:avLst/>
            </a:prstGeom>
            <a:ln w="12700" cap="rnd">
              <a:solidFill>
                <a:schemeClr val="tx1">
                  <a:lumMod val="20000"/>
                  <a:lumOff val="8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9" name="Straight Connector 108">
              <a:extLst>
                <a:ext uri="{FF2B5EF4-FFF2-40B4-BE49-F238E27FC236}">
                  <a16:creationId xmlns:a16="http://schemas.microsoft.com/office/drawing/2014/main" id="{DD5DB290-431D-3647-A94D-468A2C3C7803}"/>
                </a:ext>
              </a:extLst>
            </p:cNvPr>
            <p:cNvCxnSpPr/>
            <p:nvPr/>
          </p:nvCxnSpPr>
          <p:spPr>
            <a:xfrm>
              <a:off x="3297125" y="4038600"/>
              <a:ext cx="0" cy="340321"/>
            </a:xfrm>
            <a:prstGeom prst="line">
              <a:avLst/>
            </a:prstGeom>
            <a:ln w="12700" cap="rnd">
              <a:solidFill>
                <a:schemeClr val="tx1">
                  <a:lumMod val="20000"/>
                  <a:lumOff val="8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10" name="Group 109">
            <a:extLst>
              <a:ext uri="{FF2B5EF4-FFF2-40B4-BE49-F238E27FC236}">
                <a16:creationId xmlns:a16="http://schemas.microsoft.com/office/drawing/2014/main" id="{F20A4D1C-9C28-BD4A-B4B5-A90B1DC1E258}"/>
              </a:ext>
            </a:extLst>
          </p:cNvPr>
          <p:cNvGrpSpPr/>
          <p:nvPr userDrawn="1"/>
        </p:nvGrpSpPr>
        <p:grpSpPr>
          <a:xfrm>
            <a:off x="9470044" y="1990216"/>
            <a:ext cx="949556" cy="3823133"/>
            <a:chOff x="2468433" y="4038600"/>
            <a:chExt cx="828692" cy="340321"/>
          </a:xfrm>
        </p:grpSpPr>
        <p:cxnSp>
          <p:nvCxnSpPr>
            <p:cNvPr id="111" name="Straight Connector 110">
              <a:extLst>
                <a:ext uri="{FF2B5EF4-FFF2-40B4-BE49-F238E27FC236}">
                  <a16:creationId xmlns:a16="http://schemas.microsoft.com/office/drawing/2014/main" id="{9B2CD111-05A0-EB49-A36B-6D24D7BDBFAD}"/>
                </a:ext>
              </a:extLst>
            </p:cNvPr>
            <p:cNvCxnSpPr/>
            <p:nvPr/>
          </p:nvCxnSpPr>
          <p:spPr>
            <a:xfrm>
              <a:off x="2468433" y="4038600"/>
              <a:ext cx="0" cy="340321"/>
            </a:xfrm>
            <a:prstGeom prst="line">
              <a:avLst/>
            </a:prstGeom>
            <a:ln w="12700" cap="rnd">
              <a:solidFill>
                <a:schemeClr val="tx1">
                  <a:lumMod val="20000"/>
                  <a:lumOff val="8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2" name="Straight Connector 111">
              <a:extLst>
                <a:ext uri="{FF2B5EF4-FFF2-40B4-BE49-F238E27FC236}">
                  <a16:creationId xmlns:a16="http://schemas.microsoft.com/office/drawing/2014/main" id="{F5A14592-D894-1643-AE54-5F9B15A6FB70}"/>
                </a:ext>
              </a:extLst>
            </p:cNvPr>
            <p:cNvCxnSpPr/>
            <p:nvPr/>
          </p:nvCxnSpPr>
          <p:spPr>
            <a:xfrm>
              <a:off x="2882779" y="4038600"/>
              <a:ext cx="0" cy="340321"/>
            </a:xfrm>
            <a:prstGeom prst="line">
              <a:avLst/>
            </a:prstGeom>
            <a:ln w="12700" cap="rnd">
              <a:solidFill>
                <a:schemeClr val="tx1">
                  <a:lumMod val="20000"/>
                  <a:lumOff val="8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3" name="Straight Connector 112">
              <a:extLst>
                <a:ext uri="{FF2B5EF4-FFF2-40B4-BE49-F238E27FC236}">
                  <a16:creationId xmlns:a16="http://schemas.microsoft.com/office/drawing/2014/main" id="{41938DFC-5AAF-B04C-96B7-D0FAD524FD3F}"/>
                </a:ext>
              </a:extLst>
            </p:cNvPr>
            <p:cNvCxnSpPr/>
            <p:nvPr/>
          </p:nvCxnSpPr>
          <p:spPr>
            <a:xfrm>
              <a:off x="3297125" y="4038600"/>
              <a:ext cx="0" cy="340321"/>
            </a:xfrm>
            <a:prstGeom prst="line">
              <a:avLst/>
            </a:prstGeom>
            <a:ln w="12700" cap="rnd">
              <a:solidFill>
                <a:schemeClr val="tx1">
                  <a:lumMod val="20000"/>
                  <a:lumOff val="8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114" name="Straight Connector 113">
            <a:extLst>
              <a:ext uri="{FF2B5EF4-FFF2-40B4-BE49-F238E27FC236}">
                <a16:creationId xmlns:a16="http://schemas.microsoft.com/office/drawing/2014/main" id="{136D1D8D-3AD1-4E47-AB18-A6094FC2C8E5}"/>
              </a:ext>
            </a:extLst>
          </p:cNvPr>
          <p:cNvCxnSpPr>
            <a:cxnSpLocks/>
          </p:cNvCxnSpPr>
          <p:nvPr userDrawn="1"/>
        </p:nvCxnSpPr>
        <p:spPr>
          <a:xfrm>
            <a:off x="3439479" y="1978088"/>
            <a:ext cx="1" cy="3828489"/>
          </a:xfrm>
          <a:prstGeom prst="line">
            <a:avLst/>
          </a:prstGeom>
          <a:ln w="12700">
            <a:solidFill>
              <a:schemeClr val="bg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5" name="Straight Connector 114">
            <a:extLst>
              <a:ext uri="{FF2B5EF4-FFF2-40B4-BE49-F238E27FC236}">
                <a16:creationId xmlns:a16="http://schemas.microsoft.com/office/drawing/2014/main" id="{F5057E39-430F-FE46-BDC1-41F4DC2C7CC2}"/>
              </a:ext>
            </a:extLst>
          </p:cNvPr>
          <p:cNvCxnSpPr>
            <a:cxnSpLocks/>
          </p:cNvCxnSpPr>
          <p:nvPr userDrawn="1"/>
        </p:nvCxnSpPr>
        <p:spPr>
          <a:xfrm>
            <a:off x="5285255" y="1978088"/>
            <a:ext cx="1" cy="3828489"/>
          </a:xfrm>
          <a:prstGeom prst="line">
            <a:avLst/>
          </a:prstGeom>
          <a:ln w="12700">
            <a:solidFill>
              <a:schemeClr val="bg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6" name="Straight Connector 115">
            <a:extLst>
              <a:ext uri="{FF2B5EF4-FFF2-40B4-BE49-F238E27FC236}">
                <a16:creationId xmlns:a16="http://schemas.microsoft.com/office/drawing/2014/main" id="{983F3BA0-7829-5A42-BCF6-2822E8713521}"/>
              </a:ext>
            </a:extLst>
          </p:cNvPr>
          <p:cNvCxnSpPr>
            <a:cxnSpLocks/>
          </p:cNvCxnSpPr>
          <p:nvPr userDrawn="1"/>
        </p:nvCxnSpPr>
        <p:spPr>
          <a:xfrm>
            <a:off x="7185314" y="1978088"/>
            <a:ext cx="1" cy="3828489"/>
          </a:xfrm>
          <a:prstGeom prst="line">
            <a:avLst/>
          </a:prstGeom>
          <a:ln w="12700">
            <a:solidFill>
              <a:schemeClr val="bg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7" name="Straight Connector 116">
            <a:extLst>
              <a:ext uri="{FF2B5EF4-FFF2-40B4-BE49-F238E27FC236}">
                <a16:creationId xmlns:a16="http://schemas.microsoft.com/office/drawing/2014/main" id="{B266AC6A-0195-D44C-9F0C-E28D94A1A414}"/>
              </a:ext>
            </a:extLst>
          </p:cNvPr>
          <p:cNvCxnSpPr>
            <a:cxnSpLocks/>
          </p:cNvCxnSpPr>
          <p:nvPr userDrawn="1"/>
        </p:nvCxnSpPr>
        <p:spPr>
          <a:xfrm>
            <a:off x="9107227" y="1978088"/>
            <a:ext cx="1" cy="3828489"/>
          </a:xfrm>
          <a:prstGeom prst="line">
            <a:avLst/>
          </a:prstGeom>
          <a:ln w="12700">
            <a:solidFill>
              <a:schemeClr val="bg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8" name="Straight Connector 117">
            <a:extLst>
              <a:ext uri="{FF2B5EF4-FFF2-40B4-BE49-F238E27FC236}">
                <a16:creationId xmlns:a16="http://schemas.microsoft.com/office/drawing/2014/main" id="{DC1EB67F-9BB2-DD45-9FA9-518C4C3673D5}"/>
              </a:ext>
            </a:extLst>
          </p:cNvPr>
          <p:cNvCxnSpPr>
            <a:cxnSpLocks/>
          </p:cNvCxnSpPr>
          <p:nvPr userDrawn="1"/>
        </p:nvCxnSpPr>
        <p:spPr>
          <a:xfrm>
            <a:off x="10844540" y="1978088"/>
            <a:ext cx="1" cy="3828489"/>
          </a:xfrm>
          <a:prstGeom prst="line">
            <a:avLst/>
          </a:prstGeom>
          <a:ln w="12700">
            <a:solidFill>
              <a:schemeClr val="bg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0" name="TextBox 119">
            <a:extLst>
              <a:ext uri="{FF2B5EF4-FFF2-40B4-BE49-F238E27FC236}">
                <a16:creationId xmlns:a16="http://schemas.microsoft.com/office/drawing/2014/main" id="{59126D56-2AF5-A64F-8D11-436F40F3AD3E}"/>
              </a:ext>
            </a:extLst>
          </p:cNvPr>
          <p:cNvSpPr txBox="1"/>
          <p:nvPr userDrawn="1"/>
        </p:nvSpPr>
        <p:spPr>
          <a:xfrm>
            <a:off x="3439479" y="5942943"/>
            <a:ext cx="1845776" cy="338554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ctr"/>
            <a:r>
              <a:rPr lang="en-US" sz="1600" dirty="0">
                <a:solidFill>
                  <a:srgbClr val="737373"/>
                </a:solidFill>
              </a:rPr>
              <a:t>Q1</a:t>
            </a:r>
          </a:p>
        </p:txBody>
      </p:sp>
      <p:sp>
        <p:nvSpPr>
          <p:cNvPr id="121" name="TextBox 120">
            <a:extLst>
              <a:ext uri="{FF2B5EF4-FFF2-40B4-BE49-F238E27FC236}">
                <a16:creationId xmlns:a16="http://schemas.microsoft.com/office/drawing/2014/main" id="{3A54135D-3E3F-CA45-905E-8266A21B17CC}"/>
              </a:ext>
            </a:extLst>
          </p:cNvPr>
          <p:cNvSpPr txBox="1"/>
          <p:nvPr userDrawn="1"/>
        </p:nvSpPr>
        <p:spPr>
          <a:xfrm>
            <a:off x="5320832" y="5942943"/>
            <a:ext cx="1845776" cy="338554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ctr"/>
            <a:r>
              <a:rPr lang="en-US" sz="1600" dirty="0">
                <a:solidFill>
                  <a:srgbClr val="737373"/>
                </a:solidFill>
              </a:rPr>
              <a:t>Q2</a:t>
            </a:r>
          </a:p>
        </p:txBody>
      </p:sp>
      <p:sp>
        <p:nvSpPr>
          <p:cNvPr id="122" name="TextBox 121">
            <a:extLst>
              <a:ext uri="{FF2B5EF4-FFF2-40B4-BE49-F238E27FC236}">
                <a16:creationId xmlns:a16="http://schemas.microsoft.com/office/drawing/2014/main" id="{5B2DB575-D68A-E948-AF28-24C88612F8A3}"/>
              </a:ext>
            </a:extLst>
          </p:cNvPr>
          <p:cNvSpPr txBox="1"/>
          <p:nvPr userDrawn="1"/>
        </p:nvSpPr>
        <p:spPr>
          <a:xfrm>
            <a:off x="7265243" y="5942943"/>
            <a:ext cx="1845776" cy="338554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ctr"/>
            <a:r>
              <a:rPr lang="en-US" sz="1600" dirty="0">
                <a:solidFill>
                  <a:srgbClr val="737373"/>
                </a:solidFill>
              </a:rPr>
              <a:t>Q3</a:t>
            </a:r>
          </a:p>
        </p:txBody>
      </p:sp>
      <p:sp>
        <p:nvSpPr>
          <p:cNvPr id="123" name="TextBox 122">
            <a:extLst>
              <a:ext uri="{FF2B5EF4-FFF2-40B4-BE49-F238E27FC236}">
                <a16:creationId xmlns:a16="http://schemas.microsoft.com/office/drawing/2014/main" id="{6742C25D-782C-C94D-91EB-EFA381CC181B}"/>
              </a:ext>
            </a:extLst>
          </p:cNvPr>
          <p:cNvSpPr txBox="1"/>
          <p:nvPr userDrawn="1"/>
        </p:nvSpPr>
        <p:spPr>
          <a:xfrm>
            <a:off x="9146596" y="5942943"/>
            <a:ext cx="1845776" cy="338554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ctr"/>
            <a:r>
              <a:rPr lang="en-US" sz="1600" dirty="0">
                <a:solidFill>
                  <a:srgbClr val="737373"/>
                </a:solidFill>
              </a:rPr>
              <a:t>Q4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BA7CA4E-9BA3-358A-97FC-DC43478A2AC6}"/>
              </a:ext>
            </a:extLst>
          </p:cNvPr>
          <p:cNvSpPr>
            <a:spLocks noGrp="1"/>
          </p:cNvSpPr>
          <p:nvPr>
            <p:ph type="dt" sz="half" idx="21"/>
          </p:nvPr>
        </p:nvSpPr>
        <p:spPr/>
        <p:txBody>
          <a:bodyPr/>
          <a:lstStyle/>
          <a:p>
            <a:fld id="{BD93D066-653E-584C-A70F-7A37DE64DEDE}" type="datetimeyyyy">
              <a:rPr lang="en-PH" smtClean="0"/>
              <a:pPr/>
              <a:t>2026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912755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Poll Ques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96DFF167-8C27-9978-8CE2-2E71DA84BA1A}"/>
              </a:ext>
            </a:extLst>
          </p:cNvPr>
          <p:cNvSpPr/>
          <p:nvPr userDrawn="1"/>
        </p:nvSpPr>
        <p:spPr>
          <a:xfrm>
            <a:off x="311727" y="1424353"/>
            <a:ext cx="11565346" cy="4785947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>
              <a:solidFill>
                <a:schemeClr val="accent1"/>
              </a:solidFill>
            </a:endParaRP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2A823975-DE2A-4945-8A09-E91C38B2E72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87480" y="395492"/>
            <a:ext cx="11033389" cy="715294"/>
          </a:xfrm>
        </p:spPr>
        <p:txBody>
          <a:bodyPr/>
          <a:lstStyle/>
          <a:p>
            <a:r>
              <a:rPr lang="en-US" dirty="0"/>
              <a:t>Page Title Placeholder </a:t>
            </a:r>
          </a:p>
        </p:txBody>
      </p:sp>
      <p:sp>
        <p:nvSpPr>
          <p:cNvPr id="9" name="Text Placeholder 24">
            <a:extLst>
              <a:ext uri="{FF2B5EF4-FFF2-40B4-BE49-F238E27FC236}">
                <a16:creationId xmlns:a16="http://schemas.microsoft.com/office/drawing/2014/main" id="{DA7205D0-F73E-F047-913F-22C3C504988D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87482" y="1679583"/>
            <a:ext cx="8282846" cy="427265"/>
          </a:xfrm>
        </p:spPr>
        <p:txBody>
          <a:bodyPr anchor="t"/>
          <a:lstStyle>
            <a:lvl1pPr marL="10800" indent="-10800">
              <a:lnSpc>
                <a:spcPct val="100000"/>
              </a:lnSpc>
              <a:buNone/>
              <a:defRPr lang="en-US" sz="2400" b="1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en-US" dirty="0"/>
              <a:t>Poll question placeholder</a:t>
            </a:r>
          </a:p>
        </p:txBody>
      </p:sp>
      <p:sp>
        <p:nvSpPr>
          <p:cNvPr id="10" name="Text Placeholder 24">
            <a:extLst>
              <a:ext uri="{FF2B5EF4-FFF2-40B4-BE49-F238E27FC236}">
                <a16:creationId xmlns:a16="http://schemas.microsoft.com/office/drawing/2014/main" id="{96AA1AF8-37FB-334D-8F7B-9809BA2A6E32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87482" y="2596207"/>
            <a:ext cx="8282846" cy="2508635"/>
          </a:xfrm>
        </p:spPr>
        <p:txBody>
          <a:bodyPr anchor="t">
            <a:spAutoFit/>
          </a:bodyPr>
          <a:lstStyle>
            <a:lvl1pPr marL="361950" marR="0" indent="-361950" algn="l" defTabSz="914400" rtl="0" eaLnBrk="1" fontAlgn="auto" latinLnBrk="0" hangingPunct="1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 lang="en-PH" b="0" i="0">
                <a:solidFill>
                  <a:schemeClr val="tx1">
                    <a:lumMod val="75000"/>
                    <a:lumOff val="25000"/>
                  </a:schemeClr>
                </a:solidFill>
                <a:effectLst/>
              </a:defRPr>
            </a:lvl1pPr>
          </a:lstStyle>
          <a:p>
            <a:r>
              <a:rPr lang="en-US" dirty="0"/>
              <a:t>Question 1. This is a placeholder</a:t>
            </a:r>
          </a:p>
          <a:p>
            <a:pPr marL="361950" marR="0" lvl="0" indent="-361950" algn="l" defTabSz="914400" rtl="0" eaLnBrk="1" fontAlgn="auto" latinLnBrk="0" hangingPunct="1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lang="en-US" dirty="0"/>
              <a:t>Question 2. This is a placeholder</a:t>
            </a:r>
          </a:p>
          <a:p>
            <a:pPr marL="361950" marR="0" lvl="0" indent="-361950" algn="l" defTabSz="914400" rtl="0" eaLnBrk="1" fontAlgn="auto" latinLnBrk="0" hangingPunct="1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lang="en-US" dirty="0"/>
              <a:t>Question 3. This is a placeholder</a:t>
            </a:r>
          </a:p>
          <a:p>
            <a:pPr marL="361950" marR="0" lvl="0" indent="-361950" algn="l" defTabSz="914400" rtl="0" eaLnBrk="1" fontAlgn="auto" latinLnBrk="0" hangingPunct="1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lang="en-US" dirty="0"/>
              <a:t>Question 4. This is a placeholder</a:t>
            </a:r>
          </a:p>
          <a:p>
            <a:pPr marL="361950" marR="0" lvl="0" indent="-361950" algn="l" defTabSz="914400" rtl="0" eaLnBrk="1" fontAlgn="auto" latinLnBrk="0" hangingPunct="1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lang="en-US" dirty="0"/>
              <a:t>Question 5. This is a placeholder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921C5DF-8727-EE60-5C1C-79FED8A07C39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BD93D066-653E-584C-A70F-7A37DE64DEDE}" type="datetimeyyyy">
              <a:rPr lang="en-PH" smtClean="0"/>
              <a:pPr/>
              <a:t>2026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4598290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Poll Ques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96DFF167-8C27-9978-8CE2-2E71DA84BA1A}"/>
              </a:ext>
            </a:extLst>
          </p:cNvPr>
          <p:cNvSpPr/>
          <p:nvPr userDrawn="1"/>
        </p:nvSpPr>
        <p:spPr>
          <a:xfrm>
            <a:off x="311727" y="1424353"/>
            <a:ext cx="11565346" cy="4785947"/>
          </a:xfrm>
          <a:prstGeom prst="rect">
            <a:avLst/>
          </a:prstGeom>
          <a:blipFill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>
              <a:solidFill>
                <a:schemeClr val="accent1"/>
              </a:solidFill>
            </a:endParaRP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0B326AA9-1F01-F14E-B6D6-6523282E90E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87480" y="395492"/>
            <a:ext cx="11033390" cy="715294"/>
          </a:xfrm>
        </p:spPr>
        <p:txBody>
          <a:bodyPr/>
          <a:lstStyle/>
          <a:p>
            <a:r>
              <a:rPr lang="en-US" dirty="0"/>
              <a:t>Page Title Placeholder </a:t>
            </a:r>
          </a:p>
        </p:txBody>
      </p:sp>
      <p:sp>
        <p:nvSpPr>
          <p:cNvPr id="12" name="Text Placeholder 24">
            <a:extLst>
              <a:ext uri="{FF2B5EF4-FFF2-40B4-BE49-F238E27FC236}">
                <a16:creationId xmlns:a16="http://schemas.microsoft.com/office/drawing/2014/main" id="{56707061-5937-9347-9B21-74E66A3581C6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87482" y="1679583"/>
            <a:ext cx="8282846" cy="427265"/>
          </a:xfrm>
        </p:spPr>
        <p:txBody>
          <a:bodyPr anchor="t"/>
          <a:lstStyle>
            <a:lvl1pPr marL="10800" indent="-10800">
              <a:lnSpc>
                <a:spcPct val="100000"/>
              </a:lnSpc>
              <a:buNone/>
              <a:defRPr lang="en-US" sz="2400" b="1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en-US" dirty="0"/>
              <a:t>Poll question placeholder</a:t>
            </a:r>
          </a:p>
        </p:txBody>
      </p:sp>
      <p:sp>
        <p:nvSpPr>
          <p:cNvPr id="13" name="Text Placeholder 24">
            <a:extLst>
              <a:ext uri="{FF2B5EF4-FFF2-40B4-BE49-F238E27FC236}">
                <a16:creationId xmlns:a16="http://schemas.microsoft.com/office/drawing/2014/main" id="{96907A31-DAF5-9349-B784-8C2C5B80BE2D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87482" y="2596207"/>
            <a:ext cx="8282846" cy="2508635"/>
          </a:xfrm>
        </p:spPr>
        <p:txBody>
          <a:bodyPr anchor="t">
            <a:spAutoFit/>
          </a:bodyPr>
          <a:lstStyle>
            <a:lvl1pPr marL="361950" marR="0" indent="-361950" algn="l" defTabSz="914400" rtl="0" eaLnBrk="1" fontAlgn="auto" latinLnBrk="0" hangingPunct="1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 lang="en-PH" b="0" i="0">
                <a:solidFill>
                  <a:schemeClr val="tx1">
                    <a:lumMod val="75000"/>
                    <a:lumOff val="25000"/>
                  </a:schemeClr>
                </a:solidFill>
                <a:effectLst/>
              </a:defRPr>
            </a:lvl1pPr>
          </a:lstStyle>
          <a:p>
            <a:r>
              <a:rPr lang="en-US" dirty="0"/>
              <a:t>Question 1. This is a placeholder</a:t>
            </a:r>
          </a:p>
          <a:p>
            <a:pPr marL="361950" marR="0" lvl="0" indent="-361950" algn="l" defTabSz="914400" rtl="0" eaLnBrk="1" fontAlgn="auto" latinLnBrk="0" hangingPunct="1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lang="en-US" dirty="0"/>
              <a:t>Question 2. This is a placeholder</a:t>
            </a:r>
          </a:p>
          <a:p>
            <a:pPr marL="361950" marR="0" lvl="0" indent="-361950" algn="l" defTabSz="914400" rtl="0" eaLnBrk="1" fontAlgn="auto" latinLnBrk="0" hangingPunct="1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lang="en-US" dirty="0"/>
              <a:t>Question 3. This is a placeholder</a:t>
            </a:r>
          </a:p>
          <a:p>
            <a:pPr marL="361950" marR="0" lvl="0" indent="-361950" algn="l" defTabSz="914400" rtl="0" eaLnBrk="1" fontAlgn="auto" latinLnBrk="0" hangingPunct="1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lang="en-US" dirty="0"/>
              <a:t>Question 4. This is a placeholder</a:t>
            </a:r>
          </a:p>
          <a:p>
            <a:pPr marL="361950" marR="0" lvl="0" indent="-361950" algn="l" defTabSz="914400" rtl="0" eaLnBrk="1" fontAlgn="auto" latinLnBrk="0" hangingPunct="1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lang="en-US" dirty="0"/>
              <a:t>Question 5. This is a placeholder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B52C578-B1FD-F112-0010-B9DA1D9DE1DC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BD93D066-653E-584C-A70F-7A37DE64DEDE}" type="datetimeyyyy">
              <a:rPr lang="en-PH" smtClean="0"/>
              <a:pPr/>
              <a:t>2026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9216833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1_End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C3F6AD76-78B0-FFD7-ADFA-F5D0AFFEB1F3}"/>
              </a:ext>
            </a:extLst>
          </p:cNvPr>
          <p:cNvSpPr/>
          <p:nvPr userDrawn="1"/>
        </p:nvSpPr>
        <p:spPr>
          <a:xfrm>
            <a:off x="311727" y="310394"/>
            <a:ext cx="11565346" cy="6235879"/>
          </a:xfrm>
          <a:prstGeom prst="rect">
            <a:avLst/>
          </a:prstGeom>
          <a:blipFill>
            <a:blip r:embed="rId2"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7701B0E-588F-7AFB-00CD-7CC5C9915B79}"/>
              </a:ext>
            </a:extLst>
          </p:cNvPr>
          <p:cNvSpPr txBox="1"/>
          <p:nvPr userDrawn="1"/>
        </p:nvSpPr>
        <p:spPr>
          <a:xfrm>
            <a:off x="5445822" y="5923643"/>
            <a:ext cx="130035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actian.com</a:t>
            </a:r>
            <a:endParaRPr lang="en-US" dirty="0">
              <a:solidFill>
                <a:schemeClr val="bg1"/>
              </a:solidFill>
            </a:endParaRP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D6CAF89D-ABEC-A649-8967-0B9619ADB1EE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4331509" y="4248734"/>
            <a:ext cx="3454095" cy="219459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B15ECEF6-9443-0D4A-B13F-72E09D051222}"/>
              </a:ext>
            </a:extLst>
          </p:cNvPr>
          <p:cNvPicPr>
            <a:picLocks noChangeAspect="1"/>
          </p:cNvPicPr>
          <p:nvPr userDrawn="1"/>
        </p:nvPicPr>
        <p:blipFill>
          <a:blip r:embed="rId5"/>
          <a:srcRect/>
          <a:stretch/>
        </p:blipFill>
        <p:spPr>
          <a:xfrm>
            <a:off x="3545388" y="2434068"/>
            <a:ext cx="5101225" cy="12078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9802950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2_End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0987E64C-887F-E17E-BF9A-ADAD8CB48E16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311727" y="310394"/>
            <a:ext cx="11565346" cy="6235879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07701B0E-588F-7AFB-00CD-7CC5C9915B79}"/>
              </a:ext>
            </a:extLst>
          </p:cNvPr>
          <p:cNvSpPr txBox="1"/>
          <p:nvPr userDrawn="1"/>
        </p:nvSpPr>
        <p:spPr>
          <a:xfrm>
            <a:off x="5445822" y="5923643"/>
            <a:ext cx="130035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actian.com</a:t>
            </a:r>
            <a:endParaRPr lang="en-US" dirty="0">
              <a:solidFill>
                <a:schemeClr val="bg1"/>
              </a:solidFill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873449D9-3380-044E-A210-E2EA78B86DB4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4331509" y="4248734"/>
            <a:ext cx="3454095" cy="219459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DB9690CA-33F8-A04D-A9C4-155AB8279B34}"/>
              </a:ext>
            </a:extLst>
          </p:cNvPr>
          <p:cNvPicPr>
            <a:picLocks noChangeAspect="1"/>
          </p:cNvPicPr>
          <p:nvPr userDrawn="1"/>
        </p:nvPicPr>
        <p:blipFill>
          <a:blip r:embed="rId5"/>
          <a:srcRect/>
          <a:stretch/>
        </p:blipFill>
        <p:spPr>
          <a:xfrm>
            <a:off x="3545388" y="2434068"/>
            <a:ext cx="5101225" cy="12078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2806655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9" Type="http://schemas.openxmlformats.org/officeDocument/2006/relationships/slideLayout" Target="../slideLayouts/slideLayout39.xml"/><Relationship Id="rId21" Type="http://schemas.openxmlformats.org/officeDocument/2006/relationships/slideLayout" Target="../slideLayouts/slideLayout21.xml"/><Relationship Id="rId34" Type="http://schemas.openxmlformats.org/officeDocument/2006/relationships/slideLayout" Target="../slideLayouts/slideLayout34.xml"/><Relationship Id="rId42" Type="http://schemas.openxmlformats.org/officeDocument/2006/relationships/slideLayout" Target="../slideLayouts/slideLayout42.xml"/><Relationship Id="rId47" Type="http://schemas.openxmlformats.org/officeDocument/2006/relationships/slideLayout" Target="../slideLayouts/slideLayout47.xml"/><Relationship Id="rId50" Type="http://schemas.openxmlformats.org/officeDocument/2006/relationships/slideLayout" Target="../slideLayouts/slideLayout50.xml"/><Relationship Id="rId55" Type="http://schemas.openxmlformats.org/officeDocument/2006/relationships/theme" Target="../theme/theme1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9" Type="http://schemas.openxmlformats.org/officeDocument/2006/relationships/slideLayout" Target="../slideLayouts/slideLayout29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37" Type="http://schemas.openxmlformats.org/officeDocument/2006/relationships/slideLayout" Target="../slideLayouts/slideLayout37.xml"/><Relationship Id="rId40" Type="http://schemas.openxmlformats.org/officeDocument/2006/relationships/slideLayout" Target="../slideLayouts/slideLayout40.xml"/><Relationship Id="rId45" Type="http://schemas.openxmlformats.org/officeDocument/2006/relationships/slideLayout" Target="../slideLayouts/slideLayout45.xml"/><Relationship Id="rId53" Type="http://schemas.openxmlformats.org/officeDocument/2006/relationships/slideLayout" Target="../slideLayouts/slideLayout53.xml"/><Relationship Id="rId5" Type="http://schemas.openxmlformats.org/officeDocument/2006/relationships/slideLayout" Target="../slideLayouts/slideLayout5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Relationship Id="rId43" Type="http://schemas.openxmlformats.org/officeDocument/2006/relationships/slideLayout" Target="../slideLayouts/slideLayout43.xml"/><Relationship Id="rId48" Type="http://schemas.openxmlformats.org/officeDocument/2006/relationships/slideLayout" Target="../slideLayouts/slideLayout48.xml"/><Relationship Id="rId56" Type="http://schemas.openxmlformats.org/officeDocument/2006/relationships/image" Target="../media/image1.emf"/><Relationship Id="rId8" Type="http://schemas.openxmlformats.org/officeDocument/2006/relationships/slideLayout" Target="../slideLayouts/slideLayout8.xml"/><Relationship Id="rId51" Type="http://schemas.openxmlformats.org/officeDocument/2006/relationships/slideLayout" Target="../slideLayouts/slideLayout51.xml"/><Relationship Id="rId3" Type="http://schemas.openxmlformats.org/officeDocument/2006/relationships/slideLayout" Target="../slideLayouts/slideLayout3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38" Type="http://schemas.openxmlformats.org/officeDocument/2006/relationships/slideLayout" Target="../slideLayouts/slideLayout38.xml"/><Relationship Id="rId46" Type="http://schemas.openxmlformats.org/officeDocument/2006/relationships/slideLayout" Target="../slideLayouts/slideLayout46.xml"/><Relationship Id="rId20" Type="http://schemas.openxmlformats.org/officeDocument/2006/relationships/slideLayout" Target="../slideLayouts/slideLayout20.xml"/><Relationship Id="rId41" Type="http://schemas.openxmlformats.org/officeDocument/2006/relationships/slideLayout" Target="../slideLayouts/slideLayout41.xml"/><Relationship Id="rId54" Type="http://schemas.openxmlformats.org/officeDocument/2006/relationships/slideLayout" Target="../slideLayouts/slideLayout54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slideLayout" Target="../slideLayouts/slideLayout36.xml"/><Relationship Id="rId49" Type="http://schemas.openxmlformats.org/officeDocument/2006/relationships/slideLayout" Target="../slideLayouts/slideLayout49.xml"/><Relationship Id="rId57" Type="http://schemas.openxmlformats.org/officeDocument/2006/relationships/image" Target="../media/image2.png"/><Relationship Id="rId10" Type="http://schemas.openxmlformats.org/officeDocument/2006/relationships/slideLayout" Target="../slideLayouts/slideLayout10.xml"/><Relationship Id="rId31" Type="http://schemas.openxmlformats.org/officeDocument/2006/relationships/slideLayout" Target="../slideLayouts/slideLayout31.xml"/><Relationship Id="rId44" Type="http://schemas.openxmlformats.org/officeDocument/2006/relationships/slideLayout" Target="../slideLayouts/slideLayout44.xml"/><Relationship Id="rId52" Type="http://schemas.openxmlformats.org/officeDocument/2006/relationships/slideLayout" Target="../slideLayouts/slideLayout5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0F56FA7-97CD-CC44-A8FE-03ECA54A4B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7481" y="395492"/>
            <a:ext cx="11033388" cy="715294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13">
            <a:extLst>
              <a:ext uri="{FF2B5EF4-FFF2-40B4-BE49-F238E27FC236}">
                <a16:creationId xmlns:a16="http://schemas.microsoft.com/office/drawing/2014/main" id="{AB083E24-8154-9543-A6CC-28C5F5B3C69F}"/>
              </a:ext>
            </a:extLst>
          </p:cNvPr>
          <p:cNvSpPr txBox="1">
            <a:spLocks/>
          </p:cNvSpPr>
          <p:nvPr/>
        </p:nvSpPr>
        <p:spPr>
          <a:xfrm>
            <a:off x="509751" y="6393655"/>
            <a:ext cx="328449" cy="251607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 defTabSz="914400" rtl="0" eaLnBrk="1" latinLnBrk="0" hangingPunct="1">
              <a:lnSpc>
                <a:spcPct val="150000"/>
              </a:lnSpc>
              <a:spcBef>
                <a:spcPts val="1000"/>
              </a:spcBef>
              <a:buFont typeface="Arial" panose="020B0604020202020204" pitchFamily="34" charset="0"/>
              <a:buNone/>
              <a:defRPr lang="en-US" sz="1250" b="0" i="0" kern="1200" smtClean="0">
                <a:solidFill>
                  <a:schemeClr val="bg1">
                    <a:lumMod val="85000"/>
                  </a:schemeClr>
                </a:solidFill>
                <a:effectLst/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rgbClr val="898C92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rgbClr val="898C92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rgbClr val="898C92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rgbClr val="898C92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lnSpc>
                <a:spcPct val="100000"/>
              </a:lnSpc>
            </a:pPr>
            <a:r>
              <a:rPr lang="en-US" sz="1250" b="0" i="0" kern="1200" dirty="0">
                <a:solidFill>
                  <a:schemeClr val="bg1">
                    <a:lumMod val="85000"/>
                  </a:schemeClr>
                </a:solidFill>
                <a:effectLst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     </a:t>
            </a:r>
            <a:endParaRPr lang="en-US" sz="1000" dirty="0">
              <a:solidFill>
                <a:schemeClr val="tx2"/>
              </a:solidFill>
            </a:endParaRPr>
          </a:p>
        </p:txBody>
      </p:sp>
      <p:sp>
        <p:nvSpPr>
          <p:cNvPr id="9" name="Text Placeholder 13">
            <a:extLst>
              <a:ext uri="{FF2B5EF4-FFF2-40B4-BE49-F238E27FC236}">
                <a16:creationId xmlns:a16="http://schemas.microsoft.com/office/drawing/2014/main" id="{69CCF6D0-5C39-FA42-8DFA-C3C8D198B30B}"/>
              </a:ext>
            </a:extLst>
          </p:cNvPr>
          <p:cNvSpPr txBox="1">
            <a:spLocks/>
          </p:cNvSpPr>
          <p:nvPr userDrawn="1"/>
        </p:nvSpPr>
        <p:spPr>
          <a:xfrm>
            <a:off x="509751" y="6393655"/>
            <a:ext cx="328449" cy="251607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 defTabSz="914400" rtl="0" eaLnBrk="1" latinLnBrk="0" hangingPunct="1">
              <a:lnSpc>
                <a:spcPct val="150000"/>
              </a:lnSpc>
              <a:spcBef>
                <a:spcPts val="1000"/>
              </a:spcBef>
              <a:buFont typeface="Arial" panose="020B0604020202020204" pitchFamily="34" charset="0"/>
              <a:buNone/>
              <a:defRPr lang="en-US" sz="1250" b="0" i="0" kern="1200" smtClean="0">
                <a:solidFill>
                  <a:schemeClr val="bg1">
                    <a:lumMod val="85000"/>
                  </a:schemeClr>
                </a:solidFill>
                <a:effectLst/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rgbClr val="898C92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rgbClr val="898C92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rgbClr val="898C92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rgbClr val="898C92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lnSpc>
                <a:spcPct val="100000"/>
              </a:lnSpc>
            </a:pPr>
            <a:r>
              <a:rPr lang="en-US" sz="1250" b="0" i="0" kern="1200" dirty="0">
                <a:solidFill>
                  <a:schemeClr val="bg1">
                    <a:lumMod val="85000"/>
                  </a:schemeClr>
                </a:solidFill>
                <a:effectLst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     </a:t>
            </a:r>
            <a:endParaRPr lang="en-US" sz="1000" dirty="0">
              <a:solidFill>
                <a:schemeClr val="tx2"/>
              </a:solidFill>
            </a:endParaRPr>
          </a:p>
        </p:txBody>
      </p:sp>
      <p:sp>
        <p:nvSpPr>
          <p:cNvPr id="13" name="Date Placeholder 12">
            <a:extLst>
              <a:ext uri="{FF2B5EF4-FFF2-40B4-BE49-F238E27FC236}">
                <a16:creationId xmlns:a16="http://schemas.microsoft.com/office/drawing/2014/main" id="{66331420-2A96-264C-8710-CDCAFB34692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405247" y="6470047"/>
            <a:ext cx="239290" cy="123111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fld id="{BD93D066-653E-584C-A70F-7A37DE64DEDE}" type="datetimeyyyy">
              <a:rPr lang="en-PH" smtClean="0"/>
              <a:pPr/>
              <a:t>2026</a:t>
            </a:fld>
            <a:endParaRPr lang="en-US" dirty="0"/>
          </a:p>
        </p:txBody>
      </p:sp>
      <p:sp>
        <p:nvSpPr>
          <p:cNvPr id="19" name="Text Placeholder 18">
            <a:extLst>
              <a:ext uri="{FF2B5EF4-FFF2-40B4-BE49-F238E27FC236}">
                <a16:creationId xmlns:a16="http://schemas.microsoft.com/office/drawing/2014/main" id="{45ADBA48-0344-6447-B080-904752F0BE9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87482" y="1600200"/>
            <a:ext cx="11033388" cy="461010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B830761E-1058-AE46-808B-05F1BF8A8B23}"/>
              </a:ext>
            </a:extLst>
          </p:cNvPr>
          <p:cNvSpPr/>
          <p:nvPr userDrawn="1"/>
        </p:nvSpPr>
        <p:spPr>
          <a:xfrm>
            <a:off x="587482" y="6446965"/>
            <a:ext cx="171522" cy="169277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/>
          <a:p>
            <a:fld id="{233707B4-AEDC-BC43-B2A3-31B9137B1060}" type="slidenum">
              <a:rPr lang="en-US" sz="1100" smtClean="0">
                <a:solidFill>
                  <a:schemeClr val="accent2"/>
                </a:solidFill>
              </a:rPr>
              <a:pPr/>
              <a:t>‹#›</a:t>
            </a:fld>
            <a:endParaRPr lang="en-US" sz="1100" dirty="0">
              <a:solidFill>
                <a:schemeClr val="accent2"/>
              </a:solidFill>
            </a:endParaRP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9023A433-2F81-B043-B34E-B79703C0E178}"/>
              </a:ext>
            </a:extLst>
          </p:cNvPr>
          <p:cNvPicPr>
            <a:picLocks noChangeAspect="1"/>
          </p:cNvPicPr>
          <p:nvPr userDrawn="1"/>
        </p:nvPicPr>
        <p:blipFill>
          <a:blip r:embed="rId56"/>
          <a:stretch>
            <a:fillRect/>
          </a:stretch>
        </p:blipFill>
        <p:spPr>
          <a:xfrm>
            <a:off x="10845800" y="5511800"/>
            <a:ext cx="1346200" cy="1346200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5D4EFB42-FD67-F841-8275-95E1F6827F2F}"/>
              </a:ext>
            </a:extLst>
          </p:cNvPr>
          <p:cNvPicPr>
            <a:picLocks noChangeAspect="1"/>
          </p:cNvPicPr>
          <p:nvPr userDrawn="1"/>
        </p:nvPicPr>
        <p:blipFill>
          <a:blip r:embed="rId57"/>
          <a:srcRect/>
          <a:stretch/>
        </p:blipFill>
        <p:spPr>
          <a:xfrm>
            <a:off x="8989726" y="6253574"/>
            <a:ext cx="2498957" cy="380158"/>
          </a:xfrm>
          <a:prstGeom prst="rect">
            <a:avLst/>
          </a:prstGeom>
        </p:spPr>
      </p:pic>
      <p:sp>
        <p:nvSpPr>
          <p:cNvPr id="8" name="Date Placeholder 12">
            <a:extLst>
              <a:ext uri="{FF2B5EF4-FFF2-40B4-BE49-F238E27FC236}">
                <a16:creationId xmlns:a16="http://schemas.microsoft.com/office/drawing/2014/main" id="{C8F13B95-8F52-C382-D6FC-21574E5E1DB5}"/>
              </a:ext>
            </a:extLst>
          </p:cNvPr>
          <p:cNvSpPr txBox="1">
            <a:spLocks/>
          </p:cNvSpPr>
          <p:nvPr userDrawn="1"/>
        </p:nvSpPr>
        <p:spPr>
          <a:xfrm>
            <a:off x="829628" y="6470047"/>
            <a:ext cx="558902" cy="123111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>
            <a:defPPr>
              <a:defRPr lang="en-US"/>
            </a:defPPr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00" kern="120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Copyright ©</a:t>
            </a:r>
          </a:p>
        </p:txBody>
      </p:sp>
      <p:sp>
        <p:nvSpPr>
          <p:cNvPr id="11" name="Date Placeholder 12">
            <a:extLst>
              <a:ext uri="{FF2B5EF4-FFF2-40B4-BE49-F238E27FC236}">
                <a16:creationId xmlns:a16="http://schemas.microsoft.com/office/drawing/2014/main" id="{26195FF4-1FD8-2CE6-FC41-0E823A31ABC6}"/>
              </a:ext>
            </a:extLst>
          </p:cNvPr>
          <p:cNvSpPr txBox="1">
            <a:spLocks/>
          </p:cNvSpPr>
          <p:nvPr userDrawn="1"/>
        </p:nvSpPr>
        <p:spPr>
          <a:xfrm>
            <a:off x="1667987" y="6470047"/>
            <a:ext cx="985957" cy="123111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>
            <a:defPPr>
              <a:defRPr lang="en-US"/>
            </a:defPPr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00" kern="120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Actian Corporation</a:t>
            </a:r>
          </a:p>
        </p:txBody>
      </p:sp>
    </p:spTree>
    <p:extLst>
      <p:ext uri="{BB962C8B-B14F-4D97-AF65-F5344CB8AC3E}">
        <p14:creationId xmlns:p14="http://schemas.microsoft.com/office/powerpoint/2010/main" val="95053366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02" r:id="rId1"/>
    <p:sldLayoutId id="2147483813" r:id="rId2"/>
    <p:sldLayoutId id="2147483814" r:id="rId3"/>
    <p:sldLayoutId id="2147483803" r:id="rId4"/>
    <p:sldLayoutId id="2147483804" r:id="rId5"/>
    <p:sldLayoutId id="2147483815" r:id="rId6"/>
    <p:sldLayoutId id="2147483799" r:id="rId7"/>
    <p:sldLayoutId id="2147483809" r:id="rId8"/>
    <p:sldLayoutId id="2147483767" r:id="rId9"/>
    <p:sldLayoutId id="2147483801" r:id="rId10"/>
    <p:sldLayoutId id="2147483810" r:id="rId11"/>
    <p:sldLayoutId id="2147483805" r:id="rId12"/>
    <p:sldLayoutId id="2147483816" r:id="rId13"/>
    <p:sldLayoutId id="2147483825" r:id="rId14"/>
    <p:sldLayoutId id="2147483768" r:id="rId15"/>
    <p:sldLayoutId id="2147483819" r:id="rId16"/>
    <p:sldLayoutId id="2147483824" r:id="rId17"/>
    <p:sldLayoutId id="2147483769" r:id="rId18"/>
    <p:sldLayoutId id="2147483770" r:id="rId19"/>
    <p:sldLayoutId id="2147483818" r:id="rId20"/>
    <p:sldLayoutId id="2147483826" r:id="rId21"/>
    <p:sldLayoutId id="2147483774" r:id="rId22"/>
    <p:sldLayoutId id="2147483817" r:id="rId23"/>
    <p:sldLayoutId id="2147483827" r:id="rId24"/>
    <p:sldLayoutId id="2147483771" r:id="rId25"/>
    <p:sldLayoutId id="2147483794" r:id="rId26"/>
    <p:sldLayoutId id="2147483772" r:id="rId27"/>
    <p:sldLayoutId id="2147483820" r:id="rId28"/>
    <p:sldLayoutId id="2147483828" r:id="rId29"/>
    <p:sldLayoutId id="2147483773" r:id="rId30"/>
    <p:sldLayoutId id="2147483821" r:id="rId31"/>
    <p:sldLayoutId id="2147483829" r:id="rId32"/>
    <p:sldLayoutId id="2147483775" r:id="rId33"/>
    <p:sldLayoutId id="2147483795" r:id="rId34"/>
    <p:sldLayoutId id="2147483776" r:id="rId35"/>
    <p:sldLayoutId id="2147483796" r:id="rId36"/>
    <p:sldLayoutId id="2147483777" r:id="rId37"/>
    <p:sldLayoutId id="2147483778" r:id="rId38"/>
    <p:sldLayoutId id="2147483779" r:id="rId39"/>
    <p:sldLayoutId id="2147483780" r:id="rId40"/>
    <p:sldLayoutId id="2147483830" r:id="rId41"/>
    <p:sldLayoutId id="2147483831" r:id="rId42"/>
    <p:sldLayoutId id="2147483832" r:id="rId43"/>
    <p:sldLayoutId id="2147483785" r:id="rId44"/>
    <p:sldLayoutId id="2147483786" r:id="rId45"/>
    <p:sldLayoutId id="2147483787" r:id="rId46"/>
    <p:sldLayoutId id="2147483788" r:id="rId47"/>
    <p:sldLayoutId id="2147483789" r:id="rId48"/>
    <p:sldLayoutId id="2147483790" r:id="rId49"/>
    <p:sldLayoutId id="2147483791" r:id="rId50"/>
    <p:sldLayoutId id="2147483806" r:id="rId51"/>
    <p:sldLayoutId id="2147483822" r:id="rId52"/>
    <p:sldLayoutId id="2147483800" r:id="rId53"/>
    <p:sldLayoutId id="2147483793" r:id="rId54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sldNum="0" hdr="0" ft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100" b="1" i="0" kern="1200">
          <a:solidFill>
            <a:schemeClr val="accent1"/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1pPr>
    </p:titleStyle>
    <p:bodyStyle>
      <a:lvl1pPr marL="234950" indent="-234950" algn="l" defTabSz="914400" rtl="0" eaLnBrk="1" latinLnBrk="0" hangingPunct="1">
        <a:lnSpc>
          <a:spcPct val="120000"/>
        </a:lnSpc>
        <a:spcBef>
          <a:spcPts val="1000"/>
        </a:spcBef>
        <a:buFont typeface="Arial" panose="020B0604020202020204" pitchFamily="34" charset="0"/>
        <a:buChar char="•"/>
        <a:tabLst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77850" indent="-223838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tabLst/>
        <a:defRPr sz="19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indent="-233363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tabLst/>
        <a:defRPr sz="1700" kern="1200">
          <a:solidFill>
            <a:schemeClr val="tx1"/>
          </a:solidFill>
          <a:latin typeface="+mn-lt"/>
          <a:ea typeface="+mn-ea"/>
          <a:cs typeface="+mn-cs"/>
        </a:defRPr>
      </a:lvl3pPr>
      <a:lvl4pPr marL="1260475" indent="-233363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tabLst/>
        <a:defRPr sz="1700" kern="1200">
          <a:solidFill>
            <a:schemeClr val="tx1"/>
          </a:solidFill>
          <a:latin typeface="+mn-lt"/>
          <a:ea typeface="+mn-ea"/>
          <a:cs typeface="+mn-cs"/>
        </a:defRPr>
      </a:lvl4pPr>
      <a:lvl5pPr marL="1603375" indent="-22225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tabLst/>
        <a:defRPr sz="17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23" pos="360">
          <p15:clr>
            <a:srgbClr val="F26B43"/>
          </p15:clr>
        </p15:guide>
        <p15:guide id="24" orient="horz" pos="408">
          <p15:clr>
            <a:srgbClr val="F26B43"/>
          </p15:clr>
        </p15:guide>
        <p15:guide id="25" orient="horz" pos="1008">
          <p15:clr>
            <a:srgbClr val="F26B43"/>
          </p15:clr>
        </p15:guide>
        <p15:guide id="26" orient="horz" pos="3912">
          <p15:clr>
            <a:srgbClr val="F26B43"/>
          </p15:clr>
        </p15:guide>
        <p15:guide id="27" orient="horz" pos="1296">
          <p15:clr>
            <a:srgbClr val="F26B43"/>
          </p15:clr>
        </p15:guide>
        <p15:guide id="28" pos="3840">
          <p15:clr>
            <a:srgbClr val="F26B43"/>
          </p15:clr>
        </p15:guide>
      </p15:sldGuideLst>
    </p:ext>
  </p:extLst>
</p:sldMaster>
</file>

<file path=ppt/theme/theme1.xml><?xml version="1.0" encoding="utf-8"?>
<a:theme xmlns:a="http://schemas.openxmlformats.org/drawingml/2006/main" name="Theme1">
  <a:themeElements>
    <a:clrScheme name="Custom 2">
      <a:dk1>
        <a:srgbClr val="000000"/>
      </a:dk1>
      <a:lt1>
        <a:srgbClr val="FFFFFF"/>
      </a:lt1>
      <a:dk2>
        <a:srgbClr val="394247"/>
      </a:dk2>
      <a:lt2>
        <a:srgbClr val="F1F1F1"/>
      </a:lt2>
      <a:accent1>
        <a:srgbClr val="0E5FDB"/>
      </a:accent1>
      <a:accent2>
        <a:srgbClr val="3B90FE"/>
      </a:accent2>
      <a:accent3>
        <a:srgbClr val="03C2CD"/>
      </a:accent3>
      <a:accent4>
        <a:srgbClr val="C4E0FA"/>
      </a:accent4>
      <a:accent5>
        <a:srgbClr val="AAFFFF"/>
      </a:accent5>
      <a:accent6>
        <a:srgbClr val="0E5FDB"/>
      </a:accent6>
      <a:hlink>
        <a:srgbClr val="3B90FE"/>
      </a:hlink>
      <a:folHlink>
        <a:srgbClr val="3B90FE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Actian-PPT-Template-FULL-2026" id="{7E3A3FC6-9F03-E541-B0C3-87302AD5DA17}" vid="{3224DA2C-8F73-A84C-B616-AD74DB69112F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a9196b9d-b7a5-456a-b24d-7073852e189c" xsi:nil="true"/>
    <lcf76f155ced4ddcb4097134ff3c332f xmlns="83392a73-1e26-47ea-b91d-4ebc2671e1e8">
      <Terms xmlns="http://schemas.microsoft.com/office/infopath/2007/PartnerControls"/>
    </lcf76f155ced4ddcb4097134ff3c332f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A553CEB24C2BB744B03EC67BBBD5E5E8" ma:contentTypeVersion="18" ma:contentTypeDescription="Create a new document." ma:contentTypeScope="" ma:versionID="93db497ae1f0c72b89804f3179de192d">
  <xsd:schema xmlns:xsd="http://www.w3.org/2001/XMLSchema" xmlns:xs="http://www.w3.org/2001/XMLSchema" xmlns:p="http://schemas.microsoft.com/office/2006/metadata/properties" xmlns:ns2="83392a73-1e26-47ea-b91d-4ebc2671e1e8" xmlns:ns3="a9196b9d-b7a5-456a-b24d-7073852e189c" xmlns:ns4="6d77835a-ba45-4774-b204-58d26c86c7be" targetNamespace="http://schemas.microsoft.com/office/2006/metadata/properties" ma:root="true" ma:fieldsID="15ee492adb235183f4943bb8dc2a2efc" ns2:_="" ns3:_="" ns4:_="">
    <xsd:import namespace="83392a73-1e26-47ea-b91d-4ebc2671e1e8"/>
    <xsd:import namespace="a9196b9d-b7a5-456a-b24d-7073852e189c"/>
    <xsd:import namespace="6d77835a-ba45-4774-b204-58d26c86c7be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Tags" minOccurs="0"/>
                <xsd:element ref="ns2:MediaServiceGenerationTime" minOccurs="0"/>
                <xsd:element ref="ns2:MediaServiceEventHashCode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2:MediaLengthInSeconds" minOccurs="0"/>
                <xsd:element ref="ns2:MediaServiceOCR" minOccurs="0"/>
                <xsd:element ref="ns2:MediaServiceLocation" minOccurs="0"/>
                <xsd:element ref="ns2:lcf76f155ced4ddcb4097134ff3c332f" minOccurs="0"/>
                <xsd:element ref="ns3:TaxCatchAll" minOccurs="0"/>
                <xsd:element ref="ns4:SharedWithUsers" minOccurs="0"/>
                <xsd:element ref="ns4:SharedWithDetails" minOccurs="0"/>
                <xsd:element ref="ns2:MediaServiceSearchProperties" minOccurs="0"/>
                <xsd:element ref="ns2:MediaServiceObjectDetectorVersion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83392a73-1e26-47ea-b91d-4ebc2671e1e8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0" nillable="true" ma:displayName="Tags" ma:internalName="MediaServiceAutoTags" ma:readOnly="true">
      <xsd:simpleType>
        <xsd:restriction base="dms:Text"/>
      </xsd:simpleType>
    </xsd:element>
    <xsd:element name="MediaServiceGenerationTime" ma:index="11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AutoKeyPoints" ma:index="13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4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DateTaken" ma:index="15" nillable="true" ma:displayName="MediaServiceDateTaken" ma:hidden="true" ma:internalName="MediaServiceDateTaken" ma:readOnly="true">
      <xsd:simpleType>
        <xsd:restriction base="dms:Text"/>
      </xsd:simpleType>
    </xsd:element>
    <xsd:element name="MediaLengthInSeconds" ma:index="16" nillable="true" ma:displayName="MediaLengthInSeconds" ma:hidden="true" ma:internalName="MediaLengthInSeconds" ma:readOnly="true">
      <xsd:simpleType>
        <xsd:restriction base="dms:Unknown"/>
      </xsd:simpleType>
    </xsd:element>
    <xsd:element name="MediaServiceOCR" ma:index="17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Location" ma:index="18" nillable="true" ma:displayName="Location" ma:internalName="MediaServiceLocation" ma:readOnly="true">
      <xsd:simpleType>
        <xsd:restriction base="dms:Text"/>
      </xsd:simpleType>
    </xsd:element>
    <xsd:element name="lcf76f155ced4ddcb4097134ff3c332f" ma:index="20" nillable="true" ma:taxonomy="true" ma:internalName="lcf76f155ced4ddcb4097134ff3c332f" ma:taxonomyFieldName="MediaServiceImageTags" ma:displayName="Image Tags" ma:readOnly="false" ma:fieldId="{5cf76f15-5ced-4ddc-b409-7134ff3c332f}" ma:taxonomyMulti="true" ma:sspId="35510d1e-3343-4b9c-a5f7-ac4cd8631d6d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SearchProperties" ma:index="24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25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a9196b9d-b7a5-456a-b24d-7073852e189c" elementFormDefault="qualified">
    <xsd:import namespace="http://schemas.microsoft.com/office/2006/documentManagement/types"/>
    <xsd:import namespace="http://schemas.microsoft.com/office/infopath/2007/PartnerControls"/>
    <xsd:element name="TaxCatchAll" ma:index="21" nillable="true" ma:displayName="Taxonomy Catch All Column" ma:hidden="true" ma:list="{fa1bc0ec-2202-4f8e-9a5f-a144df515276}" ma:internalName="TaxCatchAll" ma:showField="CatchAllData" ma:web="a9196b9d-b7a5-456a-b24d-7073852e189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d77835a-ba45-4774-b204-58d26c86c7be" elementFormDefault="qualified">
    <xsd:import namespace="http://schemas.microsoft.com/office/2006/documentManagement/types"/>
    <xsd:import namespace="http://schemas.microsoft.com/office/infopath/2007/PartnerControls"/>
    <xsd:element name="SharedWithUsers" ma:index="22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23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AB46BB04-4A17-4D6D-8000-80C50076F840}">
  <ds:schemaRefs>
    <ds:schemaRef ds:uri="http://schemas.microsoft.com/office/2006/documentManagement/types"/>
    <ds:schemaRef ds:uri="http://schemas.openxmlformats.org/package/2006/metadata/core-properties"/>
    <ds:schemaRef ds:uri="a9196b9d-b7a5-456a-b24d-7073852e189c"/>
    <ds:schemaRef ds:uri="http://purl.org/dc/dcmitype/"/>
    <ds:schemaRef ds:uri="http://purl.org/dc/elements/1.1/"/>
    <ds:schemaRef ds:uri="http://schemas.microsoft.com/office/2006/metadata/properties"/>
    <ds:schemaRef ds:uri="6d77835a-ba45-4774-b204-58d26c86c7be"/>
    <ds:schemaRef ds:uri="http://schemas.microsoft.com/office/infopath/2007/PartnerControls"/>
    <ds:schemaRef ds:uri="83392a73-1e26-47ea-b91d-4ebc2671e1e8"/>
    <ds:schemaRef ds:uri="http://www.w3.org/XML/1998/namespace"/>
    <ds:schemaRef ds:uri="http://purl.org/dc/terms/"/>
  </ds:schemaRefs>
</ds:datastoreItem>
</file>

<file path=customXml/itemProps2.xml><?xml version="1.0" encoding="utf-8"?>
<ds:datastoreItem xmlns:ds="http://schemas.openxmlformats.org/officeDocument/2006/customXml" ds:itemID="{EA45F767-7A6E-4D92-A930-39AEF9927C4B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83392a73-1e26-47ea-b91d-4ebc2671e1e8"/>
    <ds:schemaRef ds:uri="a9196b9d-b7a5-456a-b24d-7073852e189c"/>
    <ds:schemaRef ds:uri="6d77835a-ba45-4774-b204-58d26c86c7b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CC5E7A0D-9B74-4FB2-98C3-9873EC7951A2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27</TotalTime>
  <Words>28</Words>
  <Application>Microsoft Macintosh PowerPoint</Application>
  <PresentationFormat>Widescreen</PresentationFormat>
  <Paragraphs>5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Arial</vt:lpstr>
      <vt:lpstr>Calibri</vt:lpstr>
      <vt:lpstr>System Font Regular</vt:lpstr>
      <vt:lpstr>Theme1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JP Agatep</dc:creator>
  <cp:keywords/>
  <dc:description/>
  <cp:lastModifiedBy>JP Agatep</cp:lastModifiedBy>
  <cp:revision>2</cp:revision>
  <dcterms:created xsi:type="dcterms:W3CDTF">2025-01-09T11:32:32Z</dcterms:created>
  <dcterms:modified xsi:type="dcterms:W3CDTF">2026-01-16T02:41:36Z</dcterms:modified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0x010100A553CEB24C2BB744B03EC67BBBD5E5E8</vt:lpwstr>
  </property>
  <property fmtid="{D5CDD505-2E9C-101B-9397-08002B2CF9AE}" pid="3" name="MediaServiceImageTags">
    <vt:lpwstr/>
  </property>
</Properties>
</file>